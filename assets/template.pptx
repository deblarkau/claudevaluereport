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147479775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36"/>
  </p:normalViewPr>
  <p:slideViewPr>
    <p:cSldViewPr snapToGrid="0">
      <p:cViewPr varScale="1">
        <p:scale>
          <a:sx n="129" d="100"/>
          <a:sy n="129" d="100"/>
        </p:scale>
        <p:origin x="880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999B82-EE73-945F-B822-DF3443D8F5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6F3244-3B2F-FBDF-CD57-0FC906D47C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B6B711-95B3-A45F-6239-D2FBA8B742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3FDE3-52CA-6C45-B6FE-A23519BDFD7D}" type="datetimeFigureOut">
              <a:rPr lang="en-US" smtClean="0"/>
              <a:t>6/17/26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DC023F-EBE5-4755-FFB3-87C6640B6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6D985B-5DAF-4B1D-CEB4-4935A81EB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08AC0-3055-D445-9B78-A08EEFDB46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0141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340647-3B11-0507-A370-DB82E2B197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DD598B-38F8-D42F-AA31-2814D49DED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694A06-119F-A55C-946A-10C8048B22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3FDE3-52CA-6C45-B6FE-A23519BDFD7D}" type="datetimeFigureOut">
              <a:rPr lang="en-US" smtClean="0"/>
              <a:t>6/17/26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4A7A70-9677-E957-B883-254B885AE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9C94CB-9AA2-60AC-5B45-866C751DD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08AC0-3055-D445-9B78-A08EEFDB46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19276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F2D29-C5CC-2824-F23E-08AC1C8EF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7A3CE8-FD74-8382-0001-230CDA1E40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4EBE4D-03E7-78CF-40C0-10452A648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3FDE3-52CA-6C45-B6FE-A23519BDFD7D}" type="datetimeFigureOut">
              <a:rPr lang="en-US" smtClean="0"/>
              <a:t>6/17/26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977556-B1B7-AEB6-C6E3-EC1B22C53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F0590A-4BEA-7BA5-DCB0-CD8C9119F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08AC0-3055-D445-9B78-A08EEFDB46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9382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A3829-B22F-E639-6F09-064F0399D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FD9799-CC6F-53CA-9625-85040C4F25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F7B844-6640-B21B-02A2-6DE90FC25C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EC2798-52D6-D6FB-1072-F772013CFA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3FDE3-52CA-6C45-B6FE-A23519BDFD7D}" type="datetimeFigureOut">
              <a:rPr lang="en-US" smtClean="0"/>
              <a:t>6/17/26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D39097-039C-0095-938F-72089EF5D1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B2F16E-99DF-1FD9-26B0-B6528EB68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08AC0-3055-D445-9B78-A08EEFDB46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875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A07A7D-ECD8-FB3C-5D92-476EBA1DB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3E4E2B-74C4-1B13-670D-0C2DD332EF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128D29-9ABB-797A-11A6-7914CEF435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73C58E-55FA-CD4D-A5FF-C763D7CB22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0995BC-AF16-054D-A125-5E96E94C86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45761F-E6ED-BDCD-C4D6-9318F14CB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3FDE3-52CA-6C45-B6FE-A23519BDFD7D}" type="datetimeFigureOut">
              <a:rPr lang="en-US" smtClean="0"/>
              <a:t>6/17/26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C5D49C3-6396-421E-B7B7-7913FAC41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6FB2A3-B193-63B3-83B8-273CC6502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08AC0-3055-D445-9B78-A08EEFDB46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984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771EC-C604-BAE4-7934-1424B499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6D781F-66F0-886A-195D-4D4A25055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3FDE3-52CA-6C45-B6FE-A23519BDFD7D}" type="datetimeFigureOut">
              <a:rPr lang="en-US" smtClean="0"/>
              <a:t>6/17/26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96E320-B807-9A19-F4F8-5999E7F9D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579316-456F-164B-4F94-B7DE1BC5E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08AC0-3055-D445-9B78-A08EEFDB46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385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C75DD7-69D6-F0B0-8566-A706D7883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3FDE3-52CA-6C45-B6FE-A23519BDFD7D}" type="datetimeFigureOut">
              <a:rPr lang="en-US" smtClean="0"/>
              <a:t>6/17/26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6E1016-536B-35B0-57A1-4B0A65A5E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5E9202-7073-BD57-E905-42603C830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08AC0-3055-D445-9B78-A08EEFDB46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1826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981187-CA99-9DC8-6CDD-26AE6D62D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11B91-B69C-E08E-356A-05A3AE0001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36DE5A-6411-657F-1058-A900A88922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E3EAFE-BD82-6EE4-F8C0-5B873D35E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3FDE3-52CA-6C45-B6FE-A23519BDFD7D}" type="datetimeFigureOut">
              <a:rPr lang="en-US" smtClean="0"/>
              <a:t>6/17/26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69E101-C1C8-1D97-7DC1-48815701FF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CFF371-5DFC-FD3C-7FED-9CE25F867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08AC0-3055-D445-9B78-A08EEFDB46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4172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F8945-D19A-0271-2F90-AA88A71C1C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2C7CC83-8A48-E318-5324-78B1E8B338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0DECE9-7CD0-590E-2B31-40FACA4054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D061D6-D5E4-13AD-AC31-D863FEA2F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3FDE3-52CA-6C45-B6FE-A23519BDFD7D}" type="datetimeFigureOut">
              <a:rPr lang="en-US" smtClean="0"/>
              <a:t>6/17/26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A46566-2077-8635-F231-F0AF73C0A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64E7E6-D6EC-5B05-073B-6323BAC4FF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08AC0-3055-D445-9B78-A08EEFDB46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978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9BCBA-5041-CCC7-DFAA-DEF5A0733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F3A258-C49C-845D-7DF4-8E92DA4962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A36D3F-F417-FA3D-BB8D-05DAA85394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3FDE3-52CA-6C45-B6FE-A23519BDFD7D}" type="datetimeFigureOut">
              <a:rPr lang="en-US" smtClean="0"/>
              <a:t>6/17/26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46BC65-0B4A-ED59-DDF5-42F0E5ECAB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BF5DF1-31C4-5C23-5B8E-B50F97F94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08AC0-3055-D445-9B78-A08EEFDB46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841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F712201-EC76-F26E-20AE-D99CB56E02F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86D808-739B-4F56-95BA-126D7FAC86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BE30FC-B6C3-B9BE-FE8E-BE8A7969F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3FDE3-52CA-6C45-B6FE-A23519BDFD7D}" type="datetimeFigureOut">
              <a:rPr lang="en-US" smtClean="0"/>
              <a:t>6/17/26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3DEFB-312B-F7E0-B5CF-1ED44D0677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D9C648-51FE-F8FC-15BD-8EC3B7BEA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08AC0-3055-D445-9B78-A08EEFDB46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6513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 descr="A black and red background&#10;&#10;AI-generated content may be incorrect.">
            <a:extLst>
              <a:ext uri="{FF2B5EF4-FFF2-40B4-BE49-F238E27FC236}">
                <a16:creationId xmlns:a16="http://schemas.microsoft.com/office/drawing/2014/main" id="{8A6AD3C9-5646-EFFA-182A-6C546E2E338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CD7C301D-B2CA-1573-08B2-DBAC258F4A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2862" y="529246"/>
            <a:ext cx="10655221" cy="4996911"/>
          </a:xfrm>
        </p:spPr>
        <p:txBody>
          <a:bodyPr anchor="ctr" anchorCtr="0">
            <a:noAutofit/>
          </a:bodyPr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FC6B509A-6FE1-DA7C-AAE6-8197451CCBE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62861" y="5706843"/>
            <a:ext cx="10655221" cy="485235"/>
          </a:xfrm>
          <a:prstGeom prst="rect">
            <a:avLst/>
          </a:prstGeom>
        </p:spPr>
        <p:txBody>
          <a:bodyPr vert="horz" lIns="0" tIns="0" rIns="91440" bIns="0" rtlCol="0">
            <a:normAutofit/>
          </a:bodyPr>
          <a:lstStyle>
            <a:lvl1pPr algn="r">
              <a:buFont typeface="Arial" panose="020B0604020202020204" pitchFamily="34" charset="0"/>
              <a:buNone/>
              <a:defRPr sz="1800"/>
            </a:lvl1pPr>
            <a:lvl2pPr>
              <a:buFont typeface="Arial" panose="020B0604020202020204" pitchFamily="34" charset="0"/>
              <a:buNone/>
              <a:defRPr sz="1800"/>
            </a:lvl2pPr>
            <a:lvl3pPr>
              <a:buFont typeface="Arial" panose="020B0604020202020204" pitchFamily="34" charset="0"/>
              <a:buNone/>
              <a:defRPr sz="1800"/>
            </a:lvl3pPr>
            <a:lvl4pPr>
              <a:buFont typeface="Arial" panose="020B0604020202020204" pitchFamily="34" charset="0"/>
              <a:buNone/>
              <a:defRPr sz="1800"/>
            </a:lvl4pPr>
            <a:lvl5pPr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 dirty="0"/>
              <a:t>- Quote Speaker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760939B-E3A8-38CF-E1EC-58F56BBDBCF9}"/>
              </a:ext>
            </a:extLst>
          </p:cNvPr>
          <p:cNvGrpSpPr/>
          <p:nvPr userDrawn="1"/>
        </p:nvGrpSpPr>
        <p:grpSpPr>
          <a:xfrm>
            <a:off x="10975691" y="6479438"/>
            <a:ext cx="1113309" cy="223783"/>
            <a:chOff x="10975691" y="6479438"/>
            <a:chExt cx="1113309" cy="223783"/>
          </a:xfrm>
        </p:grpSpPr>
        <p:grpSp>
          <p:nvGrpSpPr>
            <p:cNvPr id="23" name="Graphic 4">
              <a:extLst>
                <a:ext uri="{FF2B5EF4-FFF2-40B4-BE49-F238E27FC236}">
                  <a16:creationId xmlns:a16="http://schemas.microsoft.com/office/drawing/2014/main" id="{44C2E43B-7E72-DC43-EA16-744E49DC2786}"/>
                </a:ext>
              </a:extLst>
            </p:cNvPr>
            <p:cNvGrpSpPr/>
            <p:nvPr/>
          </p:nvGrpSpPr>
          <p:grpSpPr>
            <a:xfrm>
              <a:off x="11264502" y="6512810"/>
              <a:ext cx="824498" cy="157873"/>
              <a:chOff x="11264502" y="6512810"/>
              <a:chExt cx="824498" cy="157873"/>
            </a:xfrm>
            <a:solidFill>
              <a:srgbClr val="FFFFFF"/>
            </a:solidFill>
          </p:grpSpPr>
          <p:sp>
            <p:nvSpPr>
              <p:cNvPr id="27" name="Freeform 26">
                <a:extLst>
                  <a:ext uri="{FF2B5EF4-FFF2-40B4-BE49-F238E27FC236}">
                    <a16:creationId xmlns:a16="http://schemas.microsoft.com/office/drawing/2014/main" id="{659CC803-DF4D-C43C-4097-A8C3A87D2326}"/>
                  </a:ext>
                </a:extLst>
              </p:cNvPr>
              <p:cNvSpPr/>
              <p:nvPr/>
            </p:nvSpPr>
            <p:spPr>
              <a:xfrm>
                <a:off x="11264502" y="6512828"/>
                <a:ext cx="127781" cy="156294"/>
              </a:xfrm>
              <a:custGeom>
                <a:avLst/>
                <a:gdLst>
                  <a:gd name="connsiteX0" fmla="*/ 0 w 127781"/>
                  <a:gd name="connsiteY0" fmla="*/ 0 h 156294"/>
                  <a:gd name="connsiteX1" fmla="*/ 0 w 127781"/>
                  <a:gd name="connsiteY1" fmla="*/ 29364 h 156294"/>
                  <a:gd name="connsiteX2" fmla="*/ 47836 w 127781"/>
                  <a:gd name="connsiteY2" fmla="*/ 29364 h 156294"/>
                  <a:gd name="connsiteX3" fmla="*/ 47836 w 127781"/>
                  <a:gd name="connsiteY3" fmla="*/ 156295 h 156294"/>
                  <a:gd name="connsiteX4" fmla="*/ 79739 w 127781"/>
                  <a:gd name="connsiteY4" fmla="*/ 156295 h 156294"/>
                  <a:gd name="connsiteX5" fmla="*/ 79739 w 127781"/>
                  <a:gd name="connsiteY5" fmla="*/ 29364 h 156294"/>
                  <a:gd name="connsiteX6" fmla="*/ 127781 w 127781"/>
                  <a:gd name="connsiteY6" fmla="*/ 29364 h 156294"/>
                  <a:gd name="connsiteX7" fmla="*/ 127781 w 127781"/>
                  <a:gd name="connsiteY7" fmla="*/ 0 h 156294"/>
                  <a:gd name="connsiteX8" fmla="*/ 0 w 127781"/>
                  <a:gd name="connsiteY8" fmla="*/ 0 h 156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7781" h="156294">
                    <a:moveTo>
                      <a:pt x="0" y="0"/>
                    </a:moveTo>
                    <a:lnTo>
                      <a:pt x="0" y="29364"/>
                    </a:lnTo>
                    <a:lnTo>
                      <a:pt x="47836" y="29364"/>
                    </a:lnTo>
                    <a:lnTo>
                      <a:pt x="47836" y="156295"/>
                    </a:lnTo>
                    <a:lnTo>
                      <a:pt x="79739" y="156295"/>
                    </a:lnTo>
                    <a:lnTo>
                      <a:pt x="79739" y="29364"/>
                    </a:lnTo>
                    <a:lnTo>
                      <a:pt x="127781" y="29364"/>
                    </a:lnTo>
                    <a:lnTo>
                      <a:pt x="12778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11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" name="Freeform 27">
                <a:extLst>
                  <a:ext uri="{FF2B5EF4-FFF2-40B4-BE49-F238E27FC236}">
                    <a16:creationId xmlns:a16="http://schemas.microsoft.com/office/drawing/2014/main" id="{40C6D5C5-1A81-8D8A-C9CD-F5BFDDA1E1B4}"/>
                  </a:ext>
                </a:extLst>
              </p:cNvPr>
              <p:cNvSpPr/>
              <p:nvPr/>
            </p:nvSpPr>
            <p:spPr>
              <a:xfrm>
                <a:off x="11382290" y="6550755"/>
                <a:ext cx="72417" cy="118368"/>
              </a:xfrm>
              <a:custGeom>
                <a:avLst/>
                <a:gdLst>
                  <a:gd name="connsiteX0" fmla="*/ 68868 w 72417"/>
                  <a:gd name="connsiteY0" fmla="*/ 151 h 118368"/>
                  <a:gd name="connsiteX1" fmla="*/ 29886 w 72417"/>
                  <a:gd name="connsiteY1" fmla="*/ 15940 h 118368"/>
                  <a:gd name="connsiteX2" fmla="*/ 27906 w 72417"/>
                  <a:gd name="connsiteY2" fmla="*/ 2032 h 118368"/>
                  <a:gd name="connsiteX3" fmla="*/ 0 w 72417"/>
                  <a:gd name="connsiteY3" fmla="*/ 2032 h 118368"/>
                  <a:gd name="connsiteX4" fmla="*/ 0 w 72417"/>
                  <a:gd name="connsiteY4" fmla="*/ 118368 h 118368"/>
                  <a:gd name="connsiteX5" fmla="*/ 31007 w 72417"/>
                  <a:gd name="connsiteY5" fmla="*/ 118368 h 118368"/>
                  <a:gd name="connsiteX6" fmla="*/ 31007 w 72417"/>
                  <a:gd name="connsiteY6" fmla="*/ 63849 h 118368"/>
                  <a:gd name="connsiteX7" fmla="*/ 35097 w 72417"/>
                  <a:gd name="connsiteY7" fmla="*/ 44634 h 118368"/>
                  <a:gd name="connsiteX8" fmla="*/ 72417 w 72417"/>
                  <a:gd name="connsiteY8" fmla="*/ 30073 h 118368"/>
                  <a:gd name="connsiteX9" fmla="*/ 72417 w 72417"/>
                  <a:gd name="connsiteY9" fmla="*/ 263 h 118368"/>
                  <a:gd name="connsiteX10" fmla="*/ 68868 w 72417"/>
                  <a:gd name="connsiteY10" fmla="*/ 151 h 1183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2417" h="118368">
                    <a:moveTo>
                      <a:pt x="68868" y="151"/>
                    </a:moveTo>
                    <a:cubicBezTo>
                      <a:pt x="53912" y="-747"/>
                      <a:pt x="38598" y="2096"/>
                      <a:pt x="29886" y="15940"/>
                    </a:cubicBezTo>
                    <a:lnTo>
                      <a:pt x="27906" y="2032"/>
                    </a:lnTo>
                    <a:lnTo>
                      <a:pt x="0" y="2032"/>
                    </a:lnTo>
                    <a:lnTo>
                      <a:pt x="0" y="118368"/>
                    </a:lnTo>
                    <a:lnTo>
                      <a:pt x="31007" y="118368"/>
                    </a:lnTo>
                    <a:lnTo>
                      <a:pt x="31007" y="63849"/>
                    </a:lnTo>
                    <a:cubicBezTo>
                      <a:pt x="31007" y="56048"/>
                      <a:pt x="32370" y="49643"/>
                      <a:pt x="35097" y="44634"/>
                    </a:cubicBezTo>
                    <a:cubicBezTo>
                      <a:pt x="42626" y="30853"/>
                      <a:pt x="57719" y="29653"/>
                      <a:pt x="72417" y="30073"/>
                    </a:cubicBezTo>
                    <a:lnTo>
                      <a:pt x="72417" y="263"/>
                    </a:lnTo>
                    <a:cubicBezTo>
                      <a:pt x="71670" y="263"/>
                      <a:pt x="70493" y="226"/>
                      <a:pt x="68868" y="151"/>
                    </a:cubicBezTo>
                    <a:close/>
                  </a:path>
                </a:pathLst>
              </a:custGeom>
              <a:solidFill>
                <a:srgbClr val="FFFFFF"/>
              </a:solidFill>
              <a:ln w="11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" name="Freeform 28">
                <a:extLst>
                  <a:ext uri="{FF2B5EF4-FFF2-40B4-BE49-F238E27FC236}">
                    <a16:creationId xmlns:a16="http://schemas.microsoft.com/office/drawing/2014/main" id="{0AC08BEF-6A6D-BE5F-304C-0F142DED4C02}"/>
                  </a:ext>
                </a:extLst>
              </p:cNvPr>
              <p:cNvSpPr/>
              <p:nvPr/>
            </p:nvSpPr>
            <p:spPr>
              <a:xfrm>
                <a:off x="11460068" y="6550784"/>
                <a:ext cx="111843" cy="119882"/>
              </a:xfrm>
              <a:custGeom>
                <a:avLst/>
                <a:gdLst>
                  <a:gd name="connsiteX0" fmla="*/ 108636 w 111843"/>
                  <a:gd name="connsiteY0" fmla="*/ 35220 h 119882"/>
                  <a:gd name="connsiteX1" fmla="*/ 81159 w 111843"/>
                  <a:gd name="connsiteY1" fmla="*/ 4423 h 119882"/>
                  <a:gd name="connsiteX2" fmla="*/ 27122 w 111843"/>
                  <a:gd name="connsiteY2" fmla="*/ 7737 h 119882"/>
                  <a:gd name="connsiteX3" fmla="*/ 1 w 111843"/>
                  <a:gd name="connsiteY3" fmla="*/ 60729 h 119882"/>
                  <a:gd name="connsiteX4" fmla="*/ 26580 w 111843"/>
                  <a:gd name="connsiteY4" fmla="*/ 112604 h 119882"/>
                  <a:gd name="connsiteX5" fmla="*/ 81047 w 111843"/>
                  <a:gd name="connsiteY5" fmla="*/ 116030 h 119882"/>
                  <a:gd name="connsiteX6" fmla="*/ 110728 w 111843"/>
                  <a:gd name="connsiteY6" fmla="*/ 82366 h 119882"/>
                  <a:gd name="connsiteX7" fmla="*/ 80170 w 111843"/>
                  <a:gd name="connsiteY7" fmla="*/ 82366 h 119882"/>
                  <a:gd name="connsiteX8" fmla="*/ 43298 w 111843"/>
                  <a:gd name="connsiteY8" fmla="*/ 90410 h 119882"/>
                  <a:gd name="connsiteX9" fmla="*/ 30783 w 111843"/>
                  <a:gd name="connsiteY9" fmla="*/ 69555 h 119882"/>
                  <a:gd name="connsiteX10" fmla="*/ 110728 w 111843"/>
                  <a:gd name="connsiteY10" fmla="*/ 69555 h 119882"/>
                  <a:gd name="connsiteX11" fmla="*/ 111830 w 111843"/>
                  <a:gd name="connsiteY11" fmla="*/ 57843 h 119882"/>
                  <a:gd name="connsiteX12" fmla="*/ 108636 w 111843"/>
                  <a:gd name="connsiteY12" fmla="*/ 35220 h 119882"/>
                  <a:gd name="connsiteX13" fmla="*/ 31455 w 111843"/>
                  <a:gd name="connsiteY13" fmla="*/ 47919 h 119882"/>
                  <a:gd name="connsiteX14" fmla="*/ 57139 w 111843"/>
                  <a:gd name="connsiteY14" fmla="*/ 25184 h 119882"/>
                  <a:gd name="connsiteX15" fmla="*/ 82168 w 111843"/>
                  <a:gd name="connsiteY15" fmla="*/ 47919 h 119882"/>
                  <a:gd name="connsiteX16" fmla="*/ 31455 w 111843"/>
                  <a:gd name="connsiteY16" fmla="*/ 47919 h 1198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11843" h="119882">
                    <a:moveTo>
                      <a:pt x="108636" y="35220"/>
                    </a:moveTo>
                    <a:cubicBezTo>
                      <a:pt x="104093" y="21381"/>
                      <a:pt x="94622" y="10274"/>
                      <a:pt x="81159" y="4423"/>
                    </a:cubicBezTo>
                    <a:cubicBezTo>
                      <a:pt x="65626" y="-2536"/>
                      <a:pt x="41258" y="-1174"/>
                      <a:pt x="27122" y="7737"/>
                    </a:cubicBezTo>
                    <a:cubicBezTo>
                      <a:pt x="8515" y="18914"/>
                      <a:pt x="-87" y="38449"/>
                      <a:pt x="1" y="60729"/>
                    </a:cubicBezTo>
                    <a:cubicBezTo>
                      <a:pt x="-26" y="82560"/>
                      <a:pt x="8008" y="102017"/>
                      <a:pt x="26580" y="112604"/>
                    </a:cubicBezTo>
                    <a:cubicBezTo>
                      <a:pt x="40917" y="121037"/>
                      <a:pt x="64354" y="122093"/>
                      <a:pt x="81047" y="116030"/>
                    </a:cubicBezTo>
                    <a:cubicBezTo>
                      <a:pt x="96453" y="110564"/>
                      <a:pt x="107230" y="98950"/>
                      <a:pt x="110728" y="82366"/>
                    </a:cubicBezTo>
                    <a:lnTo>
                      <a:pt x="80170" y="82366"/>
                    </a:lnTo>
                    <a:cubicBezTo>
                      <a:pt x="75359" y="94963"/>
                      <a:pt x="53344" y="96074"/>
                      <a:pt x="43298" y="90410"/>
                    </a:cubicBezTo>
                    <a:cubicBezTo>
                      <a:pt x="35603" y="86176"/>
                      <a:pt x="31681" y="78094"/>
                      <a:pt x="30783" y="69555"/>
                    </a:cubicBezTo>
                    <a:lnTo>
                      <a:pt x="110728" y="69555"/>
                    </a:lnTo>
                    <a:cubicBezTo>
                      <a:pt x="111671" y="65616"/>
                      <a:pt x="111809" y="61919"/>
                      <a:pt x="111830" y="57843"/>
                    </a:cubicBezTo>
                    <a:cubicBezTo>
                      <a:pt x="111979" y="49762"/>
                      <a:pt x="110915" y="42221"/>
                      <a:pt x="108636" y="35220"/>
                    </a:cubicBezTo>
                    <a:close/>
                    <a:moveTo>
                      <a:pt x="31455" y="47919"/>
                    </a:moveTo>
                    <a:cubicBezTo>
                      <a:pt x="32437" y="34251"/>
                      <a:pt x="42713" y="24806"/>
                      <a:pt x="57139" y="25184"/>
                    </a:cubicBezTo>
                    <a:cubicBezTo>
                      <a:pt x="71459" y="24732"/>
                      <a:pt x="81683" y="34253"/>
                      <a:pt x="82168" y="47919"/>
                    </a:cubicBezTo>
                    <a:lnTo>
                      <a:pt x="31455" y="47919"/>
                    </a:lnTo>
                    <a:close/>
                  </a:path>
                </a:pathLst>
              </a:custGeom>
              <a:solidFill>
                <a:srgbClr val="FFFFFF"/>
              </a:solidFill>
              <a:ln w="11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" name="Freeform 29">
                <a:extLst>
                  <a:ext uri="{FF2B5EF4-FFF2-40B4-BE49-F238E27FC236}">
                    <a16:creationId xmlns:a16="http://schemas.microsoft.com/office/drawing/2014/main" id="{79427D29-D077-8D08-E83F-51D557CCC7DE}"/>
                  </a:ext>
                </a:extLst>
              </p:cNvPr>
              <p:cNvSpPr/>
              <p:nvPr/>
            </p:nvSpPr>
            <p:spPr>
              <a:xfrm>
                <a:off x="11582694" y="6550726"/>
                <a:ext cx="110297" cy="118397"/>
              </a:xfrm>
              <a:custGeom>
                <a:avLst/>
                <a:gdLst>
                  <a:gd name="connsiteX0" fmla="*/ 106189 w 110297"/>
                  <a:gd name="connsiteY0" fmla="*/ 26899 h 118397"/>
                  <a:gd name="connsiteX1" fmla="*/ 92684 w 110297"/>
                  <a:gd name="connsiteY1" fmla="*/ 7349 h 118397"/>
                  <a:gd name="connsiteX2" fmla="*/ 30558 w 110297"/>
                  <a:gd name="connsiteY2" fmla="*/ 15523 h 118397"/>
                  <a:gd name="connsiteX3" fmla="*/ 29008 w 110297"/>
                  <a:gd name="connsiteY3" fmla="*/ 2061 h 118397"/>
                  <a:gd name="connsiteX4" fmla="*/ 0 w 110297"/>
                  <a:gd name="connsiteY4" fmla="*/ 2061 h 118397"/>
                  <a:gd name="connsiteX5" fmla="*/ 0 w 110297"/>
                  <a:gd name="connsiteY5" fmla="*/ 118397 h 118397"/>
                  <a:gd name="connsiteX6" fmla="*/ 31007 w 110297"/>
                  <a:gd name="connsiteY6" fmla="*/ 118397 h 118397"/>
                  <a:gd name="connsiteX7" fmla="*/ 31007 w 110297"/>
                  <a:gd name="connsiteY7" fmla="*/ 60992 h 118397"/>
                  <a:gd name="connsiteX8" fmla="*/ 33883 w 110297"/>
                  <a:gd name="connsiteY8" fmla="*/ 44439 h 118397"/>
                  <a:gd name="connsiteX9" fmla="*/ 42737 w 110297"/>
                  <a:gd name="connsiteY9" fmla="*/ 32523 h 118397"/>
                  <a:gd name="connsiteX10" fmla="*/ 68663 w 110297"/>
                  <a:gd name="connsiteY10" fmla="*/ 30754 h 118397"/>
                  <a:gd name="connsiteX11" fmla="*/ 75182 w 110297"/>
                  <a:gd name="connsiteY11" fmla="*/ 37829 h 118397"/>
                  <a:gd name="connsiteX12" fmla="*/ 79291 w 110297"/>
                  <a:gd name="connsiteY12" fmla="*/ 58125 h 118397"/>
                  <a:gd name="connsiteX13" fmla="*/ 79291 w 110297"/>
                  <a:gd name="connsiteY13" fmla="*/ 118397 h 118397"/>
                  <a:gd name="connsiteX14" fmla="*/ 110298 w 110297"/>
                  <a:gd name="connsiteY14" fmla="*/ 118397 h 118397"/>
                  <a:gd name="connsiteX15" fmla="*/ 110298 w 110297"/>
                  <a:gd name="connsiteY15" fmla="*/ 54159 h 118397"/>
                  <a:gd name="connsiteX16" fmla="*/ 106189 w 110297"/>
                  <a:gd name="connsiteY16" fmla="*/ 26900 h 1183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10297" h="118397">
                    <a:moveTo>
                      <a:pt x="106189" y="26899"/>
                    </a:moveTo>
                    <a:cubicBezTo>
                      <a:pt x="103462" y="18725"/>
                      <a:pt x="98960" y="12208"/>
                      <a:pt x="92684" y="7349"/>
                    </a:cubicBezTo>
                    <a:cubicBezTo>
                      <a:pt x="76718" y="-4636"/>
                      <a:pt x="44085" y="-1997"/>
                      <a:pt x="30558" y="15523"/>
                    </a:cubicBezTo>
                    <a:lnTo>
                      <a:pt x="29008" y="2061"/>
                    </a:lnTo>
                    <a:lnTo>
                      <a:pt x="0" y="2061"/>
                    </a:lnTo>
                    <a:lnTo>
                      <a:pt x="0" y="118397"/>
                    </a:lnTo>
                    <a:lnTo>
                      <a:pt x="31007" y="118397"/>
                    </a:lnTo>
                    <a:lnTo>
                      <a:pt x="31007" y="60992"/>
                    </a:lnTo>
                    <a:cubicBezTo>
                      <a:pt x="31007" y="54960"/>
                      <a:pt x="31959" y="49448"/>
                      <a:pt x="33883" y="44439"/>
                    </a:cubicBezTo>
                    <a:cubicBezTo>
                      <a:pt x="35807" y="39449"/>
                      <a:pt x="38758" y="35465"/>
                      <a:pt x="42737" y="32523"/>
                    </a:cubicBezTo>
                    <a:cubicBezTo>
                      <a:pt x="48889" y="27576"/>
                      <a:pt x="61909" y="26468"/>
                      <a:pt x="68663" y="30754"/>
                    </a:cubicBezTo>
                    <a:cubicBezTo>
                      <a:pt x="71465" y="32523"/>
                      <a:pt x="73631" y="34887"/>
                      <a:pt x="75182" y="37829"/>
                    </a:cubicBezTo>
                    <a:cubicBezTo>
                      <a:pt x="78415" y="43815"/>
                      <a:pt x="79232" y="51348"/>
                      <a:pt x="79291" y="58125"/>
                    </a:cubicBezTo>
                    <a:cubicBezTo>
                      <a:pt x="79291" y="58125"/>
                      <a:pt x="79291" y="118397"/>
                      <a:pt x="79291" y="118397"/>
                    </a:cubicBezTo>
                    <a:lnTo>
                      <a:pt x="110298" y="118397"/>
                    </a:lnTo>
                    <a:lnTo>
                      <a:pt x="110298" y="54159"/>
                    </a:lnTo>
                    <a:cubicBezTo>
                      <a:pt x="110298" y="44160"/>
                      <a:pt x="108916" y="35055"/>
                      <a:pt x="106189" y="269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1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" name="Freeform 30">
                <a:extLst>
                  <a:ext uri="{FF2B5EF4-FFF2-40B4-BE49-F238E27FC236}">
                    <a16:creationId xmlns:a16="http://schemas.microsoft.com/office/drawing/2014/main" id="{B949A2AE-7C40-CC91-C2BC-43A13B38A414}"/>
                  </a:ext>
                </a:extLst>
              </p:cNvPr>
              <p:cNvSpPr/>
              <p:nvPr/>
            </p:nvSpPr>
            <p:spPr>
              <a:xfrm>
                <a:off x="11703111" y="6512828"/>
                <a:ext cx="118483" cy="157855"/>
              </a:xfrm>
              <a:custGeom>
                <a:avLst/>
                <a:gdLst>
                  <a:gd name="connsiteX0" fmla="*/ 87477 w 118483"/>
                  <a:gd name="connsiteY0" fmla="*/ 0 h 157855"/>
                  <a:gd name="connsiteX1" fmla="*/ 87477 w 118483"/>
                  <a:gd name="connsiteY1" fmla="*/ 50776 h 157855"/>
                  <a:gd name="connsiteX2" fmla="*/ 54920 w 118483"/>
                  <a:gd name="connsiteY2" fmla="*/ 37965 h 157855"/>
                  <a:gd name="connsiteX3" fmla="*/ 4 w 118483"/>
                  <a:gd name="connsiteY3" fmla="*/ 98015 h 157855"/>
                  <a:gd name="connsiteX4" fmla="*/ 52492 w 118483"/>
                  <a:gd name="connsiteY4" fmla="*/ 157840 h 157855"/>
                  <a:gd name="connsiteX5" fmla="*/ 87925 w 118483"/>
                  <a:gd name="connsiteY5" fmla="*/ 143279 h 157855"/>
                  <a:gd name="connsiteX6" fmla="*/ 88354 w 118483"/>
                  <a:gd name="connsiteY6" fmla="*/ 156295 h 157855"/>
                  <a:gd name="connsiteX7" fmla="*/ 118483 w 118483"/>
                  <a:gd name="connsiteY7" fmla="*/ 156295 h 157855"/>
                  <a:gd name="connsiteX8" fmla="*/ 118483 w 118483"/>
                  <a:gd name="connsiteY8" fmla="*/ 0 h 157855"/>
                  <a:gd name="connsiteX9" fmla="*/ 87477 w 118483"/>
                  <a:gd name="connsiteY9" fmla="*/ 0 h 157855"/>
                  <a:gd name="connsiteX10" fmla="*/ 84376 w 118483"/>
                  <a:gd name="connsiteY10" fmla="*/ 113469 h 157855"/>
                  <a:gd name="connsiteX11" fmla="*/ 58693 w 118483"/>
                  <a:gd name="connsiteY11" fmla="*/ 130022 h 157855"/>
                  <a:gd name="connsiteX12" fmla="*/ 32449 w 118483"/>
                  <a:gd name="connsiteY12" fmla="*/ 110490 h 157855"/>
                  <a:gd name="connsiteX13" fmla="*/ 33551 w 118483"/>
                  <a:gd name="connsiteY13" fmla="*/ 82895 h 157855"/>
                  <a:gd name="connsiteX14" fmla="*/ 58693 w 118483"/>
                  <a:gd name="connsiteY14" fmla="*/ 66231 h 157855"/>
                  <a:gd name="connsiteX15" fmla="*/ 84488 w 118483"/>
                  <a:gd name="connsiteY15" fmla="*/ 82001 h 157855"/>
                  <a:gd name="connsiteX16" fmla="*/ 84376 w 118483"/>
                  <a:gd name="connsiteY16" fmla="*/ 113469 h 1578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18483" h="157855">
                    <a:moveTo>
                      <a:pt x="87477" y="0"/>
                    </a:moveTo>
                    <a:lnTo>
                      <a:pt x="87477" y="50776"/>
                    </a:lnTo>
                    <a:cubicBezTo>
                      <a:pt x="79611" y="41603"/>
                      <a:pt x="66734" y="38107"/>
                      <a:pt x="54920" y="37965"/>
                    </a:cubicBezTo>
                    <a:cubicBezTo>
                      <a:pt x="18955" y="37278"/>
                      <a:pt x="-338" y="64213"/>
                      <a:pt x="4" y="98015"/>
                    </a:cubicBezTo>
                    <a:cubicBezTo>
                      <a:pt x="-294" y="130074"/>
                      <a:pt x="17455" y="158613"/>
                      <a:pt x="52492" y="157840"/>
                    </a:cubicBezTo>
                    <a:cubicBezTo>
                      <a:pt x="65826" y="157810"/>
                      <a:pt x="79481" y="153878"/>
                      <a:pt x="87925" y="143279"/>
                    </a:cubicBezTo>
                    <a:lnTo>
                      <a:pt x="88354" y="156295"/>
                    </a:lnTo>
                    <a:lnTo>
                      <a:pt x="118483" y="156295"/>
                    </a:lnTo>
                    <a:lnTo>
                      <a:pt x="118483" y="0"/>
                    </a:lnTo>
                    <a:lnTo>
                      <a:pt x="87477" y="0"/>
                    </a:lnTo>
                    <a:close/>
                    <a:moveTo>
                      <a:pt x="84376" y="113469"/>
                    </a:moveTo>
                    <a:cubicBezTo>
                      <a:pt x="79770" y="123943"/>
                      <a:pt x="71015" y="130214"/>
                      <a:pt x="58693" y="130022"/>
                    </a:cubicBezTo>
                    <a:cubicBezTo>
                      <a:pt x="45610" y="130390"/>
                      <a:pt x="35435" y="122795"/>
                      <a:pt x="32449" y="110490"/>
                    </a:cubicBezTo>
                    <a:cubicBezTo>
                      <a:pt x="30182" y="101737"/>
                      <a:pt x="30614" y="91313"/>
                      <a:pt x="33551" y="82895"/>
                    </a:cubicBezTo>
                    <a:cubicBezTo>
                      <a:pt x="37438" y="72027"/>
                      <a:pt x="46311" y="66061"/>
                      <a:pt x="58693" y="66231"/>
                    </a:cubicBezTo>
                    <a:cubicBezTo>
                      <a:pt x="71036" y="66103"/>
                      <a:pt x="79908" y="71418"/>
                      <a:pt x="84488" y="82001"/>
                    </a:cubicBezTo>
                    <a:cubicBezTo>
                      <a:pt x="88463" y="91396"/>
                      <a:pt x="88526" y="104001"/>
                      <a:pt x="84376" y="113469"/>
                    </a:cubicBezTo>
                    <a:close/>
                  </a:path>
                </a:pathLst>
              </a:custGeom>
              <a:solidFill>
                <a:srgbClr val="FFFFFF"/>
              </a:solidFill>
              <a:ln w="11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" name="Freeform 31">
                <a:extLst>
                  <a:ext uri="{FF2B5EF4-FFF2-40B4-BE49-F238E27FC236}">
                    <a16:creationId xmlns:a16="http://schemas.microsoft.com/office/drawing/2014/main" id="{617E2A03-4316-C08D-E1F1-3BE6D70A4D0F}"/>
                  </a:ext>
                </a:extLst>
              </p:cNvPr>
              <p:cNvSpPr/>
              <p:nvPr/>
            </p:nvSpPr>
            <p:spPr>
              <a:xfrm>
                <a:off x="12001158" y="6512828"/>
                <a:ext cx="31660" cy="156294"/>
              </a:xfrm>
              <a:custGeom>
                <a:avLst/>
                <a:gdLst>
                  <a:gd name="connsiteX0" fmla="*/ 0 w 31660"/>
                  <a:gd name="connsiteY0" fmla="*/ 0 h 156294"/>
                  <a:gd name="connsiteX1" fmla="*/ 0 w 31660"/>
                  <a:gd name="connsiteY1" fmla="*/ 156295 h 156294"/>
                  <a:gd name="connsiteX2" fmla="*/ 31660 w 31660"/>
                  <a:gd name="connsiteY2" fmla="*/ 156295 h 156294"/>
                  <a:gd name="connsiteX3" fmla="*/ 31660 w 31660"/>
                  <a:gd name="connsiteY3" fmla="*/ 0 h 156294"/>
                  <a:gd name="connsiteX4" fmla="*/ 0 w 31660"/>
                  <a:gd name="connsiteY4" fmla="*/ 0 h 156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660" h="156294">
                    <a:moveTo>
                      <a:pt x="0" y="0"/>
                    </a:moveTo>
                    <a:lnTo>
                      <a:pt x="0" y="156295"/>
                    </a:lnTo>
                    <a:lnTo>
                      <a:pt x="31660" y="156295"/>
                    </a:lnTo>
                    <a:lnTo>
                      <a:pt x="3166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11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" name="Freeform 32">
                <a:extLst>
                  <a:ext uri="{FF2B5EF4-FFF2-40B4-BE49-F238E27FC236}">
                    <a16:creationId xmlns:a16="http://schemas.microsoft.com/office/drawing/2014/main" id="{8C9A2D05-3506-83B0-6E59-7EAB9BC08AC3}"/>
                  </a:ext>
                </a:extLst>
              </p:cNvPr>
              <p:cNvSpPr/>
              <p:nvPr/>
            </p:nvSpPr>
            <p:spPr>
              <a:xfrm>
                <a:off x="11833032" y="6512810"/>
                <a:ext cx="157013" cy="156313"/>
              </a:xfrm>
              <a:custGeom>
                <a:avLst/>
                <a:gdLst>
                  <a:gd name="connsiteX0" fmla="*/ 122906 w 157013"/>
                  <a:gd name="connsiteY0" fmla="*/ 156313 h 156313"/>
                  <a:gd name="connsiteX1" fmla="*/ 157013 w 157013"/>
                  <a:gd name="connsiteY1" fmla="*/ 156313 h 156313"/>
                  <a:gd name="connsiteX2" fmla="*/ 96550 w 157013"/>
                  <a:gd name="connsiteY2" fmla="*/ 0 h 156313"/>
                  <a:gd name="connsiteX3" fmla="*/ 61135 w 157013"/>
                  <a:gd name="connsiteY3" fmla="*/ 0 h 156313"/>
                  <a:gd name="connsiteX4" fmla="*/ 0 w 157013"/>
                  <a:gd name="connsiteY4" fmla="*/ 156313 h 156313"/>
                  <a:gd name="connsiteX5" fmla="*/ 34107 w 157013"/>
                  <a:gd name="connsiteY5" fmla="*/ 156313 h 156313"/>
                  <a:gd name="connsiteX6" fmla="*/ 45591 w 157013"/>
                  <a:gd name="connsiteY6" fmla="*/ 124725 h 156313"/>
                  <a:gd name="connsiteX7" fmla="*/ 111458 w 157013"/>
                  <a:gd name="connsiteY7" fmla="*/ 124703 h 156313"/>
                  <a:gd name="connsiteX8" fmla="*/ 122906 w 157013"/>
                  <a:gd name="connsiteY8" fmla="*/ 156313 h 156313"/>
                  <a:gd name="connsiteX9" fmla="*/ 55304 w 157013"/>
                  <a:gd name="connsiteY9" fmla="*/ 97651 h 156313"/>
                  <a:gd name="connsiteX10" fmla="*/ 55308 w 157013"/>
                  <a:gd name="connsiteY10" fmla="*/ 97642 h 156313"/>
                  <a:gd name="connsiteX11" fmla="*/ 78843 w 157013"/>
                  <a:gd name="connsiteY11" fmla="*/ 33572 h 156313"/>
                  <a:gd name="connsiteX12" fmla="*/ 101932 w 157013"/>
                  <a:gd name="connsiteY12" fmla="*/ 97611 h 156313"/>
                  <a:gd name="connsiteX13" fmla="*/ 55304 w 157013"/>
                  <a:gd name="connsiteY13" fmla="*/ 97651 h 1563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57013" h="156313">
                    <a:moveTo>
                      <a:pt x="122906" y="156313"/>
                    </a:moveTo>
                    <a:lnTo>
                      <a:pt x="157013" y="156313"/>
                    </a:lnTo>
                    <a:lnTo>
                      <a:pt x="96550" y="0"/>
                    </a:lnTo>
                    <a:lnTo>
                      <a:pt x="61135" y="0"/>
                    </a:lnTo>
                    <a:lnTo>
                      <a:pt x="0" y="156313"/>
                    </a:lnTo>
                    <a:lnTo>
                      <a:pt x="34107" y="156313"/>
                    </a:lnTo>
                    <a:lnTo>
                      <a:pt x="45591" y="124725"/>
                    </a:lnTo>
                    <a:cubicBezTo>
                      <a:pt x="66956" y="129855"/>
                      <a:pt x="90088" y="129864"/>
                      <a:pt x="111458" y="124703"/>
                    </a:cubicBezTo>
                    <a:lnTo>
                      <a:pt x="122906" y="156313"/>
                    </a:lnTo>
                    <a:close/>
                    <a:moveTo>
                      <a:pt x="55304" y="97651"/>
                    </a:moveTo>
                    <a:cubicBezTo>
                      <a:pt x="55302" y="97651"/>
                      <a:pt x="55308" y="97642"/>
                      <a:pt x="55308" y="97642"/>
                    </a:cubicBezTo>
                    <a:lnTo>
                      <a:pt x="78843" y="33572"/>
                    </a:lnTo>
                    <a:cubicBezTo>
                      <a:pt x="78843" y="33572"/>
                      <a:pt x="101932" y="97610"/>
                      <a:pt x="101932" y="97611"/>
                    </a:cubicBezTo>
                    <a:cubicBezTo>
                      <a:pt x="84844" y="100542"/>
                      <a:pt x="74660" y="100907"/>
                      <a:pt x="55304" y="97651"/>
                    </a:cubicBezTo>
                    <a:close/>
                  </a:path>
                </a:pathLst>
              </a:custGeom>
              <a:solidFill>
                <a:srgbClr val="FFFFFF"/>
              </a:solidFill>
              <a:ln w="11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grpSp>
            <p:nvGrpSpPr>
              <p:cNvPr id="34" name="Graphic 4">
                <a:extLst>
                  <a:ext uri="{FF2B5EF4-FFF2-40B4-BE49-F238E27FC236}">
                    <a16:creationId xmlns:a16="http://schemas.microsoft.com/office/drawing/2014/main" id="{818F2314-7DC4-2088-073F-AD18F5AA1413}"/>
                  </a:ext>
                </a:extLst>
              </p:cNvPr>
              <p:cNvGrpSpPr/>
              <p:nvPr/>
            </p:nvGrpSpPr>
            <p:grpSpPr>
              <a:xfrm>
                <a:off x="12052460" y="6512828"/>
                <a:ext cx="36540" cy="18674"/>
                <a:chOff x="12052460" y="6512828"/>
                <a:chExt cx="36540" cy="18674"/>
              </a:xfrm>
              <a:solidFill>
                <a:srgbClr val="FFFFFF"/>
              </a:solidFill>
            </p:grpSpPr>
            <p:sp>
              <p:nvSpPr>
                <p:cNvPr id="35" name="Freeform 34">
                  <a:extLst>
                    <a:ext uri="{FF2B5EF4-FFF2-40B4-BE49-F238E27FC236}">
                      <a16:creationId xmlns:a16="http://schemas.microsoft.com/office/drawing/2014/main" id="{698A3032-DA25-6670-ACDE-ED870DC12693}"/>
                    </a:ext>
                  </a:extLst>
                </p:cNvPr>
                <p:cNvSpPr/>
                <p:nvPr/>
              </p:nvSpPr>
              <p:spPr>
                <a:xfrm>
                  <a:off x="12052460" y="6512828"/>
                  <a:ext cx="14745" cy="18674"/>
                </a:xfrm>
                <a:custGeom>
                  <a:avLst/>
                  <a:gdLst>
                    <a:gd name="connsiteX0" fmla="*/ 6317 w 14745"/>
                    <a:gd name="connsiteY0" fmla="*/ 1947 h 18674"/>
                    <a:gd name="connsiteX1" fmla="*/ 0 w 14745"/>
                    <a:gd name="connsiteY1" fmla="*/ 1947 h 18674"/>
                    <a:gd name="connsiteX2" fmla="*/ 0 w 14745"/>
                    <a:gd name="connsiteY2" fmla="*/ 0 h 18674"/>
                    <a:gd name="connsiteX3" fmla="*/ 14746 w 14745"/>
                    <a:gd name="connsiteY3" fmla="*/ 0 h 18674"/>
                    <a:gd name="connsiteX4" fmla="*/ 14746 w 14745"/>
                    <a:gd name="connsiteY4" fmla="*/ 1947 h 18674"/>
                    <a:gd name="connsiteX5" fmla="*/ 8431 w 14745"/>
                    <a:gd name="connsiteY5" fmla="*/ 1947 h 18674"/>
                    <a:gd name="connsiteX6" fmla="*/ 8431 w 14745"/>
                    <a:gd name="connsiteY6" fmla="*/ 18674 h 18674"/>
                    <a:gd name="connsiteX7" fmla="*/ 6317 w 14745"/>
                    <a:gd name="connsiteY7" fmla="*/ 18674 h 18674"/>
                    <a:gd name="connsiteX8" fmla="*/ 6317 w 14745"/>
                    <a:gd name="connsiteY8" fmla="*/ 1947 h 186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4745" h="18674">
                      <a:moveTo>
                        <a:pt x="6317" y="1947"/>
                      </a:moveTo>
                      <a:lnTo>
                        <a:pt x="0" y="1947"/>
                      </a:lnTo>
                      <a:lnTo>
                        <a:pt x="0" y="0"/>
                      </a:lnTo>
                      <a:lnTo>
                        <a:pt x="14746" y="0"/>
                      </a:lnTo>
                      <a:lnTo>
                        <a:pt x="14746" y="1947"/>
                      </a:lnTo>
                      <a:lnTo>
                        <a:pt x="8431" y="1947"/>
                      </a:lnTo>
                      <a:lnTo>
                        <a:pt x="8431" y="18674"/>
                      </a:lnTo>
                      <a:lnTo>
                        <a:pt x="6317" y="18674"/>
                      </a:lnTo>
                      <a:lnTo>
                        <a:pt x="6317" y="194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1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6" name="Freeform 35">
                  <a:extLst>
                    <a:ext uri="{FF2B5EF4-FFF2-40B4-BE49-F238E27FC236}">
                      <a16:creationId xmlns:a16="http://schemas.microsoft.com/office/drawing/2014/main" id="{90103117-CB11-9421-C407-CE68887D4276}"/>
                    </a:ext>
                  </a:extLst>
                </p:cNvPr>
                <p:cNvSpPr/>
                <p:nvPr/>
              </p:nvSpPr>
              <p:spPr>
                <a:xfrm>
                  <a:off x="12071070" y="6512828"/>
                  <a:ext cx="17930" cy="18674"/>
                </a:xfrm>
                <a:custGeom>
                  <a:avLst/>
                  <a:gdLst>
                    <a:gd name="connsiteX0" fmla="*/ 0 w 17930"/>
                    <a:gd name="connsiteY0" fmla="*/ 0 h 18674"/>
                    <a:gd name="connsiteX1" fmla="*/ 2140 w 17930"/>
                    <a:gd name="connsiteY1" fmla="*/ 0 h 18674"/>
                    <a:gd name="connsiteX2" fmla="*/ 8965 w 17930"/>
                    <a:gd name="connsiteY2" fmla="*/ 10190 h 18674"/>
                    <a:gd name="connsiteX3" fmla="*/ 15789 w 17930"/>
                    <a:gd name="connsiteY3" fmla="*/ 0 h 18674"/>
                    <a:gd name="connsiteX4" fmla="*/ 17931 w 17930"/>
                    <a:gd name="connsiteY4" fmla="*/ 0 h 18674"/>
                    <a:gd name="connsiteX5" fmla="*/ 17931 w 17930"/>
                    <a:gd name="connsiteY5" fmla="*/ 18674 h 18674"/>
                    <a:gd name="connsiteX6" fmla="*/ 15817 w 17930"/>
                    <a:gd name="connsiteY6" fmla="*/ 18674 h 18674"/>
                    <a:gd name="connsiteX7" fmla="*/ 15817 w 17930"/>
                    <a:gd name="connsiteY7" fmla="*/ 3548 h 18674"/>
                    <a:gd name="connsiteX8" fmla="*/ 8991 w 17930"/>
                    <a:gd name="connsiteY8" fmla="*/ 13552 h 18674"/>
                    <a:gd name="connsiteX9" fmla="*/ 8885 w 17930"/>
                    <a:gd name="connsiteY9" fmla="*/ 13552 h 18674"/>
                    <a:gd name="connsiteX10" fmla="*/ 2059 w 17930"/>
                    <a:gd name="connsiteY10" fmla="*/ 3575 h 18674"/>
                    <a:gd name="connsiteX11" fmla="*/ 2059 w 17930"/>
                    <a:gd name="connsiteY11" fmla="*/ 18674 h 18674"/>
                    <a:gd name="connsiteX12" fmla="*/ 0 w 17930"/>
                    <a:gd name="connsiteY12" fmla="*/ 18674 h 18674"/>
                    <a:gd name="connsiteX13" fmla="*/ 0 w 17930"/>
                    <a:gd name="connsiteY13" fmla="*/ 0 h 186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17930" h="18674">
                      <a:moveTo>
                        <a:pt x="0" y="0"/>
                      </a:moveTo>
                      <a:lnTo>
                        <a:pt x="2140" y="0"/>
                      </a:lnTo>
                      <a:lnTo>
                        <a:pt x="8965" y="10190"/>
                      </a:lnTo>
                      <a:lnTo>
                        <a:pt x="15789" y="0"/>
                      </a:lnTo>
                      <a:lnTo>
                        <a:pt x="17931" y="0"/>
                      </a:lnTo>
                      <a:lnTo>
                        <a:pt x="17931" y="18674"/>
                      </a:lnTo>
                      <a:lnTo>
                        <a:pt x="15817" y="18674"/>
                      </a:lnTo>
                      <a:lnTo>
                        <a:pt x="15817" y="3548"/>
                      </a:lnTo>
                      <a:lnTo>
                        <a:pt x="8991" y="13552"/>
                      </a:lnTo>
                      <a:lnTo>
                        <a:pt x="8885" y="13552"/>
                      </a:lnTo>
                      <a:lnTo>
                        <a:pt x="2059" y="3575"/>
                      </a:lnTo>
                      <a:lnTo>
                        <a:pt x="2059" y="18674"/>
                      </a:lnTo>
                      <a:lnTo>
                        <a:pt x="0" y="1867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1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24" name="Graphic 4">
              <a:extLst>
                <a:ext uri="{FF2B5EF4-FFF2-40B4-BE49-F238E27FC236}">
                  <a16:creationId xmlns:a16="http://schemas.microsoft.com/office/drawing/2014/main" id="{50CA305E-C3B2-51E9-32B2-E826F6E582CD}"/>
                </a:ext>
              </a:extLst>
            </p:cNvPr>
            <p:cNvGrpSpPr/>
            <p:nvPr/>
          </p:nvGrpSpPr>
          <p:grpSpPr>
            <a:xfrm>
              <a:off x="10975691" y="6479438"/>
              <a:ext cx="255416" cy="223783"/>
              <a:chOff x="10975691" y="6479438"/>
              <a:chExt cx="255416" cy="223783"/>
            </a:xfrm>
            <a:solidFill>
              <a:srgbClr val="D71920"/>
            </a:solidFill>
          </p:grpSpPr>
          <p:sp>
            <p:nvSpPr>
              <p:cNvPr id="25" name="Freeform 24">
                <a:extLst>
                  <a:ext uri="{FF2B5EF4-FFF2-40B4-BE49-F238E27FC236}">
                    <a16:creationId xmlns:a16="http://schemas.microsoft.com/office/drawing/2014/main" id="{200DAD9F-5C1C-0A60-FF71-C894B7F599A6}"/>
                  </a:ext>
                </a:extLst>
              </p:cNvPr>
              <p:cNvSpPr/>
              <p:nvPr/>
            </p:nvSpPr>
            <p:spPr>
              <a:xfrm>
                <a:off x="10994266" y="6483988"/>
                <a:ext cx="120474" cy="120191"/>
              </a:xfrm>
              <a:custGeom>
                <a:avLst/>
                <a:gdLst>
                  <a:gd name="connsiteX0" fmla="*/ 37299 w 120474"/>
                  <a:gd name="connsiteY0" fmla="*/ 82674 h 120191"/>
                  <a:gd name="connsiteX1" fmla="*/ 60237 w 120474"/>
                  <a:gd name="connsiteY1" fmla="*/ 120191 h 120191"/>
                  <a:gd name="connsiteX2" fmla="*/ 120475 w 120474"/>
                  <a:gd name="connsiteY2" fmla="*/ 60120 h 120191"/>
                  <a:gd name="connsiteX3" fmla="*/ 60239 w 120474"/>
                  <a:gd name="connsiteY3" fmla="*/ 0 h 120191"/>
                  <a:gd name="connsiteX4" fmla="*/ 0 w 120474"/>
                  <a:gd name="connsiteY4" fmla="*/ 60086 h 120191"/>
                  <a:gd name="connsiteX5" fmla="*/ 37299 w 120474"/>
                  <a:gd name="connsiteY5" fmla="*/ 82674 h 1201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20474" h="120191">
                    <a:moveTo>
                      <a:pt x="37299" y="82674"/>
                    </a:moveTo>
                    <a:cubicBezTo>
                      <a:pt x="47722" y="93257"/>
                      <a:pt x="57877" y="106359"/>
                      <a:pt x="60237" y="120191"/>
                    </a:cubicBezTo>
                    <a:cubicBezTo>
                      <a:pt x="64486" y="96482"/>
                      <a:pt x="96545" y="64208"/>
                      <a:pt x="120475" y="60120"/>
                    </a:cubicBezTo>
                    <a:cubicBezTo>
                      <a:pt x="96701" y="56287"/>
                      <a:pt x="64015" y="23749"/>
                      <a:pt x="60239" y="0"/>
                    </a:cubicBezTo>
                    <a:cubicBezTo>
                      <a:pt x="55959" y="23433"/>
                      <a:pt x="23676" y="55996"/>
                      <a:pt x="0" y="60086"/>
                    </a:cubicBezTo>
                    <a:cubicBezTo>
                      <a:pt x="13798" y="62453"/>
                      <a:pt x="26705" y="72376"/>
                      <a:pt x="37299" y="82674"/>
                    </a:cubicBezTo>
                    <a:close/>
                  </a:path>
                </a:pathLst>
              </a:custGeom>
              <a:solidFill>
                <a:srgbClr val="D71920"/>
              </a:solidFill>
              <a:ln w="11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" name="Freeform 25">
                <a:extLst>
                  <a:ext uri="{FF2B5EF4-FFF2-40B4-BE49-F238E27FC236}">
                    <a16:creationId xmlns:a16="http://schemas.microsoft.com/office/drawing/2014/main" id="{DD8D3B12-BA16-AF89-E6C5-4BA737A267BB}"/>
                  </a:ext>
                </a:extLst>
              </p:cNvPr>
              <p:cNvSpPr/>
              <p:nvPr/>
            </p:nvSpPr>
            <p:spPr>
              <a:xfrm>
                <a:off x="10975691" y="6479438"/>
                <a:ext cx="255416" cy="223783"/>
              </a:xfrm>
              <a:custGeom>
                <a:avLst/>
                <a:gdLst>
                  <a:gd name="connsiteX0" fmla="*/ 245650 w 255416"/>
                  <a:gd name="connsiteY0" fmla="*/ 19353 h 223783"/>
                  <a:gd name="connsiteX1" fmla="*/ 139990 w 255416"/>
                  <a:gd name="connsiteY1" fmla="*/ 13335 h 223783"/>
                  <a:gd name="connsiteX2" fmla="*/ 220634 w 255416"/>
                  <a:gd name="connsiteY2" fmla="*/ 85200 h 223783"/>
                  <a:gd name="connsiteX3" fmla="*/ 141886 w 255416"/>
                  <a:gd name="connsiteY3" fmla="*/ 169981 h 223783"/>
                  <a:gd name="connsiteX4" fmla="*/ 87161 w 255416"/>
                  <a:gd name="connsiteY4" fmla="*/ 192768 h 223783"/>
                  <a:gd name="connsiteX5" fmla="*/ 46365 w 255416"/>
                  <a:gd name="connsiteY5" fmla="*/ 150191 h 223783"/>
                  <a:gd name="connsiteX6" fmla="*/ 55369 w 255416"/>
                  <a:gd name="connsiteY6" fmla="*/ 127445 h 223783"/>
                  <a:gd name="connsiteX7" fmla="*/ 23758 w 255416"/>
                  <a:gd name="connsiteY7" fmla="*/ 95904 h 223783"/>
                  <a:gd name="connsiteX8" fmla="*/ 5976 w 255416"/>
                  <a:gd name="connsiteY8" fmla="*/ 131553 h 223783"/>
                  <a:gd name="connsiteX9" fmla="*/ 39096 w 255416"/>
                  <a:gd name="connsiteY9" fmla="*/ 221955 h 223783"/>
                  <a:gd name="connsiteX10" fmla="*/ 245765 w 255416"/>
                  <a:gd name="connsiteY10" fmla="*/ 90551 h 223783"/>
                  <a:gd name="connsiteX11" fmla="*/ 245650 w 255416"/>
                  <a:gd name="connsiteY11" fmla="*/ 19353 h 2237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55416" h="223783">
                    <a:moveTo>
                      <a:pt x="245650" y="19353"/>
                    </a:moveTo>
                    <a:cubicBezTo>
                      <a:pt x="221049" y="-9889"/>
                      <a:pt x="175315" y="-958"/>
                      <a:pt x="139990" y="13335"/>
                    </a:cubicBezTo>
                    <a:cubicBezTo>
                      <a:pt x="196051" y="-4292"/>
                      <a:pt x="247460" y="18902"/>
                      <a:pt x="220634" y="85200"/>
                    </a:cubicBezTo>
                    <a:cubicBezTo>
                      <a:pt x="207345" y="117795"/>
                      <a:pt x="173919" y="151135"/>
                      <a:pt x="141886" y="169981"/>
                    </a:cubicBezTo>
                    <a:cubicBezTo>
                      <a:pt x="124971" y="180861"/>
                      <a:pt x="106878" y="190025"/>
                      <a:pt x="87161" y="192768"/>
                    </a:cubicBezTo>
                    <a:cubicBezTo>
                      <a:pt x="56828" y="196910"/>
                      <a:pt x="38649" y="181328"/>
                      <a:pt x="46365" y="150191"/>
                    </a:cubicBezTo>
                    <a:cubicBezTo>
                      <a:pt x="48310" y="142588"/>
                      <a:pt x="51852" y="134913"/>
                      <a:pt x="55369" y="127445"/>
                    </a:cubicBezTo>
                    <a:cubicBezTo>
                      <a:pt x="49580" y="113775"/>
                      <a:pt x="37124" y="99789"/>
                      <a:pt x="23758" y="95904"/>
                    </a:cubicBezTo>
                    <a:cubicBezTo>
                      <a:pt x="16552" y="106690"/>
                      <a:pt x="11310" y="116455"/>
                      <a:pt x="5976" y="131553"/>
                    </a:cubicBezTo>
                    <a:cubicBezTo>
                      <a:pt x="-6096" y="164000"/>
                      <a:pt x="-2153" y="211646"/>
                      <a:pt x="39096" y="221955"/>
                    </a:cubicBezTo>
                    <a:cubicBezTo>
                      <a:pt x="114584" y="236920"/>
                      <a:pt x="216700" y="157083"/>
                      <a:pt x="245765" y="90551"/>
                    </a:cubicBezTo>
                    <a:cubicBezTo>
                      <a:pt x="258205" y="62512"/>
                      <a:pt x="259095" y="36594"/>
                      <a:pt x="245650" y="19353"/>
                    </a:cubicBezTo>
                    <a:close/>
                  </a:path>
                </a:pathLst>
              </a:custGeom>
              <a:solidFill>
                <a:srgbClr val="D71920"/>
              </a:solidFill>
              <a:ln w="11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5EA75261-6DF2-DA31-D1BE-02D827A38833}"/>
              </a:ext>
            </a:extLst>
          </p:cNvPr>
          <p:cNvSpPr txBox="1"/>
          <p:nvPr userDrawn="1"/>
        </p:nvSpPr>
        <p:spPr>
          <a:xfrm>
            <a:off x="105882" y="6524083"/>
            <a:ext cx="24640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548F3A7-4D36-4B48-AFAE-39A3F3F67CC5}" type="slidenum">
              <a:rPr lang="en-US" sz="800" smtClean="0">
                <a:solidFill>
                  <a:schemeClr val="accent5"/>
                </a:solidFill>
                <a:latin typeface="Aptos" panose="020B0004020202020204" pitchFamily="34" charset="0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800" b="0" i="0" u="none" strike="noStrike" kern="1200" cap="none" dirty="0">
              <a:solidFill>
                <a:schemeClr val="accent5"/>
              </a:solidFill>
              <a:latin typeface="Aptos" panose="020B0004020202020204" pitchFamily="34" charset="0"/>
              <a:ea typeface="Arial"/>
              <a:cs typeface="Calibri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0338221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red and black gradient&#10;&#10;AI-generated content may be incorrect.">
            <a:extLst>
              <a:ext uri="{FF2B5EF4-FFF2-40B4-BE49-F238E27FC236}">
                <a16:creationId xmlns:a16="http://schemas.microsoft.com/office/drawing/2014/main" id="{896D6041-9307-80B1-662F-7C379590AD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A515733-C547-353E-D09F-0141AAAFE70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rot="16200000" flipV="1">
            <a:off x="218405" y="-228601"/>
            <a:ext cx="6858000" cy="7315202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622B208F-9EF1-72BB-93F2-A9D2C22AF0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5999" y="2764949"/>
            <a:ext cx="5518627" cy="1247931"/>
          </a:xfrm>
        </p:spPr>
        <p:txBody>
          <a:bodyPr lIns="0" anchor="ctr" anchorCtr="0"/>
          <a:lstStyle>
            <a:lvl1pPr algn="l">
              <a:defRPr sz="4400" b="1" i="0"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7" name="Subtitle 2">
            <a:extLst>
              <a:ext uri="{FF2B5EF4-FFF2-40B4-BE49-F238E27FC236}">
                <a16:creationId xmlns:a16="http://schemas.microsoft.com/office/drawing/2014/main" id="{491073A6-A26D-DDB1-CEE5-5EB909425F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0" y="2200358"/>
            <a:ext cx="5518627" cy="276999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indent="0" algn="l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Aptos" panose="020B0004020202020204" pitchFamily="34" charset="0"/>
              </a:defRPr>
            </a:lvl1pPr>
            <a:lvl2pPr marL="914171" indent="0" algn="ctr">
              <a:buNone/>
              <a:defRPr sz="3999"/>
            </a:lvl2pPr>
            <a:lvl3pPr marL="1828343" indent="0" algn="ctr">
              <a:buNone/>
              <a:defRPr sz="3599"/>
            </a:lvl3pPr>
            <a:lvl4pPr marL="2742514" indent="0" algn="ctr">
              <a:buNone/>
              <a:defRPr sz="3199"/>
            </a:lvl4pPr>
            <a:lvl5pPr marL="3656686" indent="0" algn="ctr">
              <a:buNone/>
              <a:defRPr sz="3199"/>
            </a:lvl5pPr>
            <a:lvl6pPr marL="4570857" indent="0" algn="ctr">
              <a:buNone/>
              <a:defRPr sz="3199"/>
            </a:lvl6pPr>
            <a:lvl7pPr marL="5485028" indent="0" algn="ctr">
              <a:buNone/>
              <a:defRPr sz="3199"/>
            </a:lvl7pPr>
            <a:lvl8pPr marL="6399200" indent="0" algn="ctr">
              <a:buNone/>
              <a:defRPr sz="3199"/>
            </a:lvl8pPr>
            <a:lvl9pPr marL="7313371" indent="0" algn="ctr">
              <a:buNone/>
              <a:defRPr sz="3199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28" name="Text Placeholder 6">
            <a:extLst>
              <a:ext uri="{FF2B5EF4-FFF2-40B4-BE49-F238E27FC236}">
                <a16:creationId xmlns:a16="http://schemas.microsoft.com/office/drawing/2014/main" id="{B09515F5-197D-36D6-9EA6-F0BE945161A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0" y="4689420"/>
            <a:ext cx="5518627" cy="763640"/>
          </a:xfrm>
        </p:spPr>
        <p:txBody>
          <a:bodyPr lIns="0">
            <a:noAutofit/>
          </a:bodyPr>
          <a:lstStyle>
            <a:lvl1pPr>
              <a:spcAft>
                <a:spcPts val="0"/>
              </a:spcAft>
              <a:buNone/>
              <a:defRPr sz="1800" b="0" i="0">
                <a:latin typeface="Aptos" panose="020B0004020202020204" pitchFamily="34" charset="0"/>
              </a:defRPr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>
            <a:pPr lvl="0"/>
            <a:r>
              <a:rPr lang="en-US" dirty="0"/>
              <a:t>Presenter Name</a:t>
            </a:r>
          </a:p>
        </p:txBody>
      </p:sp>
      <p:sp>
        <p:nvSpPr>
          <p:cNvPr id="30" name="Picture Placeholder 7">
            <a:extLst>
              <a:ext uri="{FF2B5EF4-FFF2-40B4-BE49-F238E27FC236}">
                <a16:creationId xmlns:a16="http://schemas.microsoft.com/office/drawing/2014/main" id="{E3E64089-69AB-8EFE-3057-0835CAF655F7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6096000" y="863569"/>
            <a:ext cx="3729672" cy="425231"/>
          </a:xfrm>
        </p:spPr>
        <p:txBody>
          <a:bodyPr/>
          <a:lstStyle>
            <a:lvl1pPr marL="30600" indent="0">
              <a:buNone/>
              <a:defRPr sz="2000" b="0" i="0"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Customer/prospect logo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52EE7856-D4EC-0F18-F3C6-A0B1782455E6}"/>
              </a:ext>
            </a:extLst>
          </p:cNvPr>
          <p:cNvGrpSpPr/>
          <p:nvPr userDrawn="1"/>
        </p:nvGrpSpPr>
        <p:grpSpPr>
          <a:xfrm>
            <a:off x="1605500" y="3124981"/>
            <a:ext cx="3024958" cy="608038"/>
            <a:chOff x="10975691" y="6479438"/>
            <a:chExt cx="1113309" cy="223783"/>
          </a:xfrm>
          <a:solidFill>
            <a:schemeClr val="tx1"/>
          </a:solidFill>
        </p:grpSpPr>
        <p:grpSp>
          <p:nvGrpSpPr>
            <p:cNvPr id="22" name="Graphic 4">
              <a:extLst>
                <a:ext uri="{FF2B5EF4-FFF2-40B4-BE49-F238E27FC236}">
                  <a16:creationId xmlns:a16="http://schemas.microsoft.com/office/drawing/2014/main" id="{9187B024-7396-9EC7-8F50-0F53A9BBE3BE}"/>
                </a:ext>
              </a:extLst>
            </p:cNvPr>
            <p:cNvGrpSpPr/>
            <p:nvPr/>
          </p:nvGrpSpPr>
          <p:grpSpPr>
            <a:xfrm>
              <a:off x="11264502" y="6512810"/>
              <a:ext cx="824498" cy="157873"/>
              <a:chOff x="11264502" y="6512810"/>
              <a:chExt cx="824498" cy="157873"/>
            </a:xfrm>
            <a:grpFill/>
          </p:grpSpPr>
          <p:sp>
            <p:nvSpPr>
              <p:cNvPr id="26" name="Freeform 25">
                <a:extLst>
                  <a:ext uri="{FF2B5EF4-FFF2-40B4-BE49-F238E27FC236}">
                    <a16:creationId xmlns:a16="http://schemas.microsoft.com/office/drawing/2014/main" id="{7480E8FF-E80E-8988-16AE-10285FC73F09}"/>
                  </a:ext>
                </a:extLst>
              </p:cNvPr>
              <p:cNvSpPr/>
              <p:nvPr/>
            </p:nvSpPr>
            <p:spPr>
              <a:xfrm>
                <a:off x="11264502" y="6512828"/>
                <a:ext cx="127781" cy="156294"/>
              </a:xfrm>
              <a:custGeom>
                <a:avLst/>
                <a:gdLst>
                  <a:gd name="connsiteX0" fmla="*/ 0 w 127781"/>
                  <a:gd name="connsiteY0" fmla="*/ 0 h 156294"/>
                  <a:gd name="connsiteX1" fmla="*/ 0 w 127781"/>
                  <a:gd name="connsiteY1" fmla="*/ 29364 h 156294"/>
                  <a:gd name="connsiteX2" fmla="*/ 47836 w 127781"/>
                  <a:gd name="connsiteY2" fmla="*/ 29364 h 156294"/>
                  <a:gd name="connsiteX3" fmla="*/ 47836 w 127781"/>
                  <a:gd name="connsiteY3" fmla="*/ 156295 h 156294"/>
                  <a:gd name="connsiteX4" fmla="*/ 79739 w 127781"/>
                  <a:gd name="connsiteY4" fmla="*/ 156295 h 156294"/>
                  <a:gd name="connsiteX5" fmla="*/ 79739 w 127781"/>
                  <a:gd name="connsiteY5" fmla="*/ 29364 h 156294"/>
                  <a:gd name="connsiteX6" fmla="*/ 127781 w 127781"/>
                  <a:gd name="connsiteY6" fmla="*/ 29364 h 156294"/>
                  <a:gd name="connsiteX7" fmla="*/ 127781 w 127781"/>
                  <a:gd name="connsiteY7" fmla="*/ 0 h 156294"/>
                  <a:gd name="connsiteX8" fmla="*/ 0 w 127781"/>
                  <a:gd name="connsiteY8" fmla="*/ 0 h 156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7781" h="156294">
                    <a:moveTo>
                      <a:pt x="0" y="0"/>
                    </a:moveTo>
                    <a:lnTo>
                      <a:pt x="0" y="29364"/>
                    </a:lnTo>
                    <a:lnTo>
                      <a:pt x="47836" y="29364"/>
                    </a:lnTo>
                    <a:lnTo>
                      <a:pt x="47836" y="156295"/>
                    </a:lnTo>
                    <a:lnTo>
                      <a:pt x="79739" y="156295"/>
                    </a:lnTo>
                    <a:lnTo>
                      <a:pt x="79739" y="29364"/>
                    </a:lnTo>
                    <a:lnTo>
                      <a:pt x="127781" y="29364"/>
                    </a:lnTo>
                    <a:lnTo>
                      <a:pt x="127781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11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" name="Freeform 28">
                <a:extLst>
                  <a:ext uri="{FF2B5EF4-FFF2-40B4-BE49-F238E27FC236}">
                    <a16:creationId xmlns:a16="http://schemas.microsoft.com/office/drawing/2014/main" id="{A841EC2D-2EBD-9D6C-BD30-A13B4014CBC5}"/>
                  </a:ext>
                </a:extLst>
              </p:cNvPr>
              <p:cNvSpPr/>
              <p:nvPr/>
            </p:nvSpPr>
            <p:spPr>
              <a:xfrm>
                <a:off x="11382290" y="6550755"/>
                <a:ext cx="72417" cy="118368"/>
              </a:xfrm>
              <a:custGeom>
                <a:avLst/>
                <a:gdLst>
                  <a:gd name="connsiteX0" fmla="*/ 68868 w 72417"/>
                  <a:gd name="connsiteY0" fmla="*/ 151 h 118368"/>
                  <a:gd name="connsiteX1" fmla="*/ 29886 w 72417"/>
                  <a:gd name="connsiteY1" fmla="*/ 15940 h 118368"/>
                  <a:gd name="connsiteX2" fmla="*/ 27906 w 72417"/>
                  <a:gd name="connsiteY2" fmla="*/ 2032 h 118368"/>
                  <a:gd name="connsiteX3" fmla="*/ 0 w 72417"/>
                  <a:gd name="connsiteY3" fmla="*/ 2032 h 118368"/>
                  <a:gd name="connsiteX4" fmla="*/ 0 w 72417"/>
                  <a:gd name="connsiteY4" fmla="*/ 118368 h 118368"/>
                  <a:gd name="connsiteX5" fmla="*/ 31007 w 72417"/>
                  <a:gd name="connsiteY5" fmla="*/ 118368 h 118368"/>
                  <a:gd name="connsiteX6" fmla="*/ 31007 w 72417"/>
                  <a:gd name="connsiteY6" fmla="*/ 63849 h 118368"/>
                  <a:gd name="connsiteX7" fmla="*/ 35097 w 72417"/>
                  <a:gd name="connsiteY7" fmla="*/ 44634 h 118368"/>
                  <a:gd name="connsiteX8" fmla="*/ 72417 w 72417"/>
                  <a:gd name="connsiteY8" fmla="*/ 30073 h 118368"/>
                  <a:gd name="connsiteX9" fmla="*/ 72417 w 72417"/>
                  <a:gd name="connsiteY9" fmla="*/ 263 h 118368"/>
                  <a:gd name="connsiteX10" fmla="*/ 68868 w 72417"/>
                  <a:gd name="connsiteY10" fmla="*/ 151 h 1183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2417" h="118368">
                    <a:moveTo>
                      <a:pt x="68868" y="151"/>
                    </a:moveTo>
                    <a:cubicBezTo>
                      <a:pt x="53912" y="-747"/>
                      <a:pt x="38598" y="2096"/>
                      <a:pt x="29886" y="15940"/>
                    </a:cubicBezTo>
                    <a:lnTo>
                      <a:pt x="27906" y="2032"/>
                    </a:lnTo>
                    <a:lnTo>
                      <a:pt x="0" y="2032"/>
                    </a:lnTo>
                    <a:lnTo>
                      <a:pt x="0" y="118368"/>
                    </a:lnTo>
                    <a:lnTo>
                      <a:pt x="31007" y="118368"/>
                    </a:lnTo>
                    <a:lnTo>
                      <a:pt x="31007" y="63849"/>
                    </a:lnTo>
                    <a:cubicBezTo>
                      <a:pt x="31007" y="56048"/>
                      <a:pt x="32370" y="49643"/>
                      <a:pt x="35097" y="44634"/>
                    </a:cubicBezTo>
                    <a:cubicBezTo>
                      <a:pt x="42626" y="30853"/>
                      <a:pt x="57719" y="29653"/>
                      <a:pt x="72417" y="30073"/>
                    </a:cubicBezTo>
                    <a:lnTo>
                      <a:pt x="72417" y="263"/>
                    </a:lnTo>
                    <a:cubicBezTo>
                      <a:pt x="71670" y="263"/>
                      <a:pt x="70493" y="226"/>
                      <a:pt x="68868" y="151"/>
                    </a:cubicBezTo>
                    <a:close/>
                  </a:path>
                </a:pathLst>
              </a:custGeom>
              <a:grpFill/>
              <a:ln w="11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" name="Freeform 30">
                <a:extLst>
                  <a:ext uri="{FF2B5EF4-FFF2-40B4-BE49-F238E27FC236}">
                    <a16:creationId xmlns:a16="http://schemas.microsoft.com/office/drawing/2014/main" id="{80DA09E1-D2BE-205D-B41E-3D7E6A74F349}"/>
                  </a:ext>
                </a:extLst>
              </p:cNvPr>
              <p:cNvSpPr/>
              <p:nvPr/>
            </p:nvSpPr>
            <p:spPr>
              <a:xfrm>
                <a:off x="11460068" y="6550784"/>
                <a:ext cx="111843" cy="119882"/>
              </a:xfrm>
              <a:custGeom>
                <a:avLst/>
                <a:gdLst>
                  <a:gd name="connsiteX0" fmla="*/ 108636 w 111843"/>
                  <a:gd name="connsiteY0" fmla="*/ 35220 h 119882"/>
                  <a:gd name="connsiteX1" fmla="*/ 81159 w 111843"/>
                  <a:gd name="connsiteY1" fmla="*/ 4423 h 119882"/>
                  <a:gd name="connsiteX2" fmla="*/ 27122 w 111843"/>
                  <a:gd name="connsiteY2" fmla="*/ 7737 h 119882"/>
                  <a:gd name="connsiteX3" fmla="*/ 1 w 111843"/>
                  <a:gd name="connsiteY3" fmla="*/ 60729 h 119882"/>
                  <a:gd name="connsiteX4" fmla="*/ 26580 w 111843"/>
                  <a:gd name="connsiteY4" fmla="*/ 112604 h 119882"/>
                  <a:gd name="connsiteX5" fmla="*/ 81047 w 111843"/>
                  <a:gd name="connsiteY5" fmla="*/ 116030 h 119882"/>
                  <a:gd name="connsiteX6" fmla="*/ 110728 w 111843"/>
                  <a:gd name="connsiteY6" fmla="*/ 82366 h 119882"/>
                  <a:gd name="connsiteX7" fmla="*/ 80170 w 111843"/>
                  <a:gd name="connsiteY7" fmla="*/ 82366 h 119882"/>
                  <a:gd name="connsiteX8" fmla="*/ 43298 w 111843"/>
                  <a:gd name="connsiteY8" fmla="*/ 90410 h 119882"/>
                  <a:gd name="connsiteX9" fmla="*/ 30783 w 111843"/>
                  <a:gd name="connsiteY9" fmla="*/ 69555 h 119882"/>
                  <a:gd name="connsiteX10" fmla="*/ 110728 w 111843"/>
                  <a:gd name="connsiteY10" fmla="*/ 69555 h 119882"/>
                  <a:gd name="connsiteX11" fmla="*/ 111830 w 111843"/>
                  <a:gd name="connsiteY11" fmla="*/ 57843 h 119882"/>
                  <a:gd name="connsiteX12" fmla="*/ 108636 w 111843"/>
                  <a:gd name="connsiteY12" fmla="*/ 35220 h 119882"/>
                  <a:gd name="connsiteX13" fmla="*/ 31455 w 111843"/>
                  <a:gd name="connsiteY13" fmla="*/ 47919 h 119882"/>
                  <a:gd name="connsiteX14" fmla="*/ 57139 w 111843"/>
                  <a:gd name="connsiteY14" fmla="*/ 25184 h 119882"/>
                  <a:gd name="connsiteX15" fmla="*/ 82168 w 111843"/>
                  <a:gd name="connsiteY15" fmla="*/ 47919 h 119882"/>
                  <a:gd name="connsiteX16" fmla="*/ 31455 w 111843"/>
                  <a:gd name="connsiteY16" fmla="*/ 47919 h 1198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11843" h="119882">
                    <a:moveTo>
                      <a:pt x="108636" y="35220"/>
                    </a:moveTo>
                    <a:cubicBezTo>
                      <a:pt x="104093" y="21381"/>
                      <a:pt x="94622" y="10274"/>
                      <a:pt x="81159" y="4423"/>
                    </a:cubicBezTo>
                    <a:cubicBezTo>
                      <a:pt x="65626" y="-2536"/>
                      <a:pt x="41258" y="-1174"/>
                      <a:pt x="27122" y="7737"/>
                    </a:cubicBezTo>
                    <a:cubicBezTo>
                      <a:pt x="8515" y="18914"/>
                      <a:pt x="-87" y="38449"/>
                      <a:pt x="1" y="60729"/>
                    </a:cubicBezTo>
                    <a:cubicBezTo>
                      <a:pt x="-26" y="82560"/>
                      <a:pt x="8008" y="102017"/>
                      <a:pt x="26580" y="112604"/>
                    </a:cubicBezTo>
                    <a:cubicBezTo>
                      <a:pt x="40917" y="121037"/>
                      <a:pt x="64354" y="122093"/>
                      <a:pt x="81047" y="116030"/>
                    </a:cubicBezTo>
                    <a:cubicBezTo>
                      <a:pt x="96453" y="110564"/>
                      <a:pt x="107230" y="98950"/>
                      <a:pt x="110728" y="82366"/>
                    </a:cubicBezTo>
                    <a:lnTo>
                      <a:pt x="80170" y="82366"/>
                    </a:lnTo>
                    <a:cubicBezTo>
                      <a:pt x="75359" y="94963"/>
                      <a:pt x="53344" y="96074"/>
                      <a:pt x="43298" y="90410"/>
                    </a:cubicBezTo>
                    <a:cubicBezTo>
                      <a:pt x="35603" y="86176"/>
                      <a:pt x="31681" y="78094"/>
                      <a:pt x="30783" y="69555"/>
                    </a:cubicBezTo>
                    <a:lnTo>
                      <a:pt x="110728" y="69555"/>
                    </a:lnTo>
                    <a:cubicBezTo>
                      <a:pt x="111671" y="65616"/>
                      <a:pt x="111809" y="61919"/>
                      <a:pt x="111830" y="57843"/>
                    </a:cubicBezTo>
                    <a:cubicBezTo>
                      <a:pt x="111979" y="49762"/>
                      <a:pt x="110915" y="42221"/>
                      <a:pt x="108636" y="35220"/>
                    </a:cubicBezTo>
                    <a:close/>
                    <a:moveTo>
                      <a:pt x="31455" y="47919"/>
                    </a:moveTo>
                    <a:cubicBezTo>
                      <a:pt x="32437" y="34251"/>
                      <a:pt x="42713" y="24806"/>
                      <a:pt x="57139" y="25184"/>
                    </a:cubicBezTo>
                    <a:cubicBezTo>
                      <a:pt x="71459" y="24732"/>
                      <a:pt x="81683" y="34253"/>
                      <a:pt x="82168" y="47919"/>
                    </a:cubicBezTo>
                    <a:lnTo>
                      <a:pt x="31455" y="47919"/>
                    </a:lnTo>
                    <a:close/>
                  </a:path>
                </a:pathLst>
              </a:custGeom>
              <a:grpFill/>
              <a:ln w="11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" name="Freeform 31">
                <a:extLst>
                  <a:ext uri="{FF2B5EF4-FFF2-40B4-BE49-F238E27FC236}">
                    <a16:creationId xmlns:a16="http://schemas.microsoft.com/office/drawing/2014/main" id="{9C9203BE-2B83-7701-FFCB-83E6621D8538}"/>
                  </a:ext>
                </a:extLst>
              </p:cNvPr>
              <p:cNvSpPr/>
              <p:nvPr/>
            </p:nvSpPr>
            <p:spPr>
              <a:xfrm>
                <a:off x="11582694" y="6550726"/>
                <a:ext cx="110297" cy="118397"/>
              </a:xfrm>
              <a:custGeom>
                <a:avLst/>
                <a:gdLst>
                  <a:gd name="connsiteX0" fmla="*/ 106189 w 110297"/>
                  <a:gd name="connsiteY0" fmla="*/ 26899 h 118397"/>
                  <a:gd name="connsiteX1" fmla="*/ 92684 w 110297"/>
                  <a:gd name="connsiteY1" fmla="*/ 7349 h 118397"/>
                  <a:gd name="connsiteX2" fmla="*/ 30558 w 110297"/>
                  <a:gd name="connsiteY2" fmla="*/ 15523 h 118397"/>
                  <a:gd name="connsiteX3" fmla="*/ 29008 w 110297"/>
                  <a:gd name="connsiteY3" fmla="*/ 2061 h 118397"/>
                  <a:gd name="connsiteX4" fmla="*/ 0 w 110297"/>
                  <a:gd name="connsiteY4" fmla="*/ 2061 h 118397"/>
                  <a:gd name="connsiteX5" fmla="*/ 0 w 110297"/>
                  <a:gd name="connsiteY5" fmla="*/ 118397 h 118397"/>
                  <a:gd name="connsiteX6" fmla="*/ 31007 w 110297"/>
                  <a:gd name="connsiteY6" fmla="*/ 118397 h 118397"/>
                  <a:gd name="connsiteX7" fmla="*/ 31007 w 110297"/>
                  <a:gd name="connsiteY7" fmla="*/ 60992 h 118397"/>
                  <a:gd name="connsiteX8" fmla="*/ 33883 w 110297"/>
                  <a:gd name="connsiteY8" fmla="*/ 44439 h 118397"/>
                  <a:gd name="connsiteX9" fmla="*/ 42737 w 110297"/>
                  <a:gd name="connsiteY9" fmla="*/ 32523 h 118397"/>
                  <a:gd name="connsiteX10" fmla="*/ 68663 w 110297"/>
                  <a:gd name="connsiteY10" fmla="*/ 30754 h 118397"/>
                  <a:gd name="connsiteX11" fmla="*/ 75182 w 110297"/>
                  <a:gd name="connsiteY11" fmla="*/ 37829 h 118397"/>
                  <a:gd name="connsiteX12" fmla="*/ 79291 w 110297"/>
                  <a:gd name="connsiteY12" fmla="*/ 58125 h 118397"/>
                  <a:gd name="connsiteX13" fmla="*/ 79291 w 110297"/>
                  <a:gd name="connsiteY13" fmla="*/ 118397 h 118397"/>
                  <a:gd name="connsiteX14" fmla="*/ 110298 w 110297"/>
                  <a:gd name="connsiteY14" fmla="*/ 118397 h 118397"/>
                  <a:gd name="connsiteX15" fmla="*/ 110298 w 110297"/>
                  <a:gd name="connsiteY15" fmla="*/ 54159 h 118397"/>
                  <a:gd name="connsiteX16" fmla="*/ 106189 w 110297"/>
                  <a:gd name="connsiteY16" fmla="*/ 26900 h 1183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10297" h="118397">
                    <a:moveTo>
                      <a:pt x="106189" y="26899"/>
                    </a:moveTo>
                    <a:cubicBezTo>
                      <a:pt x="103462" y="18725"/>
                      <a:pt x="98960" y="12208"/>
                      <a:pt x="92684" y="7349"/>
                    </a:cubicBezTo>
                    <a:cubicBezTo>
                      <a:pt x="76718" y="-4636"/>
                      <a:pt x="44085" y="-1997"/>
                      <a:pt x="30558" y="15523"/>
                    </a:cubicBezTo>
                    <a:lnTo>
                      <a:pt x="29008" y="2061"/>
                    </a:lnTo>
                    <a:lnTo>
                      <a:pt x="0" y="2061"/>
                    </a:lnTo>
                    <a:lnTo>
                      <a:pt x="0" y="118397"/>
                    </a:lnTo>
                    <a:lnTo>
                      <a:pt x="31007" y="118397"/>
                    </a:lnTo>
                    <a:lnTo>
                      <a:pt x="31007" y="60992"/>
                    </a:lnTo>
                    <a:cubicBezTo>
                      <a:pt x="31007" y="54960"/>
                      <a:pt x="31959" y="49448"/>
                      <a:pt x="33883" y="44439"/>
                    </a:cubicBezTo>
                    <a:cubicBezTo>
                      <a:pt x="35807" y="39449"/>
                      <a:pt x="38758" y="35465"/>
                      <a:pt x="42737" y="32523"/>
                    </a:cubicBezTo>
                    <a:cubicBezTo>
                      <a:pt x="48889" y="27576"/>
                      <a:pt x="61909" y="26468"/>
                      <a:pt x="68663" y="30754"/>
                    </a:cubicBezTo>
                    <a:cubicBezTo>
                      <a:pt x="71465" y="32523"/>
                      <a:pt x="73631" y="34887"/>
                      <a:pt x="75182" y="37829"/>
                    </a:cubicBezTo>
                    <a:cubicBezTo>
                      <a:pt x="78415" y="43815"/>
                      <a:pt x="79232" y="51348"/>
                      <a:pt x="79291" y="58125"/>
                    </a:cubicBezTo>
                    <a:cubicBezTo>
                      <a:pt x="79291" y="58125"/>
                      <a:pt x="79291" y="118397"/>
                      <a:pt x="79291" y="118397"/>
                    </a:cubicBezTo>
                    <a:lnTo>
                      <a:pt x="110298" y="118397"/>
                    </a:lnTo>
                    <a:lnTo>
                      <a:pt x="110298" y="54159"/>
                    </a:lnTo>
                    <a:cubicBezTo>
                      <a:pt x="110298" y="44160"/>
                      <a:pt x="108916" y="35055"/>
                      <a:pt x="106189" y="26900"/>
                    </a:cubicBezTo>
                    <a:close/>
                  </a:path>
                </a:pathLst>
              </a:custGeom>
              <a:grpFill/>
              <a:ln w="11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" name="Freeform 32">
                <a:extLst>
                  <a:ext uri="{FF2B5EF4-FFF2-40B4-BE49-F238E27FC236}">
                    <a16:creationId xmlns:a16="http://schemas.microsoft.com/office/drawing/2014/main" id="{84E4B50F-B1DE-D25C-DDEC-B600D92B45E0}"/>
                  </a:ext>
                </a:extLst>
              </p:cNvPr>
              <p:cNvSpPr/>
              <p:nvPr/>
            </p:nvSpPr>
            <p:spPr>
              <a:xfrm>
                <a:off x="11703111" y="6512828"/>
                <a:ext cx="118483" cy="157855"/>
              </a:xfrm>
              <a:custGeom>
                <a:avLst/>
                <a:gdLst>
                  <a:gd name="connsiteX0" fmla="*/ 87477 w 118483"/>
                  <a:gd name="connsiteY0" fmla="*/ 0 h 157855"/>
                  <a:gd name="connsiteX1" fmla="*/ 87477 w 118483"/>
                  <a:gd name="connsiteY1" fmla="*/ 50776 h 157855"/>
                  <a:gd name="connsiteX2" fmla="*/ 54920 w 118483"/>
                  <a:gd name="connsiteY2" fmla="*/ 37965 h 157855"/>
                  <a:gd name="connsiteX3" fmla="*/ 4 w 118483"/>
                  <a:gd name="connsiteY3" fmla="*/ 98015 h 157855"/>
                  <a:gd name="connsiteX4" fmla="*/ 52492 w 118483"/>
                  <a:gd name="connsiteY4" fmla="*/ 157840 h 157855"/>
                  <a:gd name="connsiteX5" fmla="*/ 87925 w 118483"/>
                  <a:gd name="connsiteY5" fmla="*/ 143279 h 157855"/>
                  <a:gd name="connsiteX6" fmla="*/ 88354 w 118483"/>
                  <a:gd name="connsiteY6" fmla="*/ 156295 h 157855"/>
                  <a:gd name="connsiteX7" fmla="*/ 118483 w 118483"/>
                  <a:gd name="connsiteY7" fmla="*/ 156295 h 157855"/>
                  <a:gd name="connsiteX8" fmla="*/ 118483 w 118483"/>
                  <a:gd name="connsiteY8" fmla="*/ 0 h 157855"/>
                  <a:gd name="connsiteX9" fmla="*/ 87477 w 118483"/>
                  <a:gd name="connsiteY9" fmla="*/ 0 h 157855"/>
                  <a:gd name="connsiteX10" fmla="*/ 84376 w 118483"/>
                  <a:gd name="connsiteY10" fmla="*/ 113469 h 157855"/>
                  <a:gd name="connsiteX11" fmla="*/ 58693 w 118483"/>
                  <a:gd name="connsiteY11" fmla="*/ 130022 h 157855"/>
                  <a:gd name="connsiteX12" fmla="*/ 32449 w 118483"/>
                  <a:gd name="connsiteY12" fmla="*/ 110490 h 157855"/>
                  <a:gd name="connsiteX13" fmla="*/ 33551 w 118483"/>
                  <a:gd name="connsiteY13" fmla="*/ 82895 h 157855"/>
                  <a:gd name="connsiteX14" fmla="*/ 58693 w 118483"/>
                  <a:gd name="connsiteY14" fmla="*/ 66231 h 157855"/>
                  <a:gd name="connsiteX15" fmla="*/ 84488 w 118483"/>
                  <a:gd name="connsiteY15" fmla="*/ 82001 h 157855"/>
                  <a:gd name="connsiteX16" fmla="*/ 84376 w 118483"/>
                  <a:gd name="connsiteY16" fmla="*/ 113469 h 1578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18483" h="157855">
                    <a:moveTo>
                      <a:pt x="87477" y="0"/>
                    </a:moveTo>
                    <a:lnTo>
                      <a:pt x="87477" y="50776"/>
                    </a:lnTo>
                    <a:cubicBezTo>
                      <a:pt x="79611" y="41603"/>
                      <a:pt x="66734" y="38107"/>
                      <a:pt x="54920" y="37965"/>
                    </a:cubicBezTo>
                    <a:cubicBezTo>
                      <a:pt x="18955" y="37278"/>
                      <a:pt x="-338" y="64213"/>
                      <a:pt x="4" y="98015"/>
                    </a:cubicBezTo>
                    <a:cubicBezTo>
                      <a:pt x="-294" y="130074"/>
                      <a:pt x="17455" y="158613"/>
                      <a:pt x="52492" y="157840"/>
                    </a:cubicBezTo>
                    <a:cubicBezTo>
                      <a:pt x="65826" y="157810"/>
                      <a:pt x="79481" y="153878"/>
                      <a:pt x="87925" y="143279"/>
                    </a:cubicBezTo>
                    <a:lnTo>
                      <a:pt x="88354" y="156295"/>
                    </a:lnTo>
                    <a:lnTo>
                      <a:pt x="118483" y="156295"/>
                    </a:lnTo>
                    <a:lnTo>
                      <a:pt x="118483" y="0"/>
                    </a:lnTo>
                    <a:lnTo>
                      <a:pt x="87477" y="0"/>
                    </a:lnTo>
                    <a:close/>
                    <a:moveTo>
                      <a:pt x="84376" y="113469"/>
                    </a:moveTo>
                    <a:cubicBezTo>
                      <a:pt x="79770" y="123943"/>
                      <a:pt x="71015" y="130214"/>
                      <a:pt x="58693" y="130022"/>
                    </a:cubicBezTo>
                    <a:cubicBezTo>
                      <a:pt x="45610" y="130390"/>
                      <a:pt x="35435" y="122795"/>
                      <a:pt x="32449" y="110490"/>
                    </a:cubicBezTo>
                    <a:cubicBezTo>
                      <a:pt x="30182" y="101737"/>
                      <a:pt x="30614" y="91313"/>
                      <a:pt x="33551" y="82895"/>
                    </a:cubicBezTo>
                    <a:cubicBezTo>
                      <a:pt x="37438" y="72027"/>
                      <a:pt x="46311" y="66061"/>
                      <a:pt x="58693" y="66231"/>
                    </a:cubicBezTo>
                    <a:cubicBezTo>
                      <a:pt x="71036" y="66103"/>
                      <a:pt x="79908" y="71418"/>
                      <a:pt x="84488" y="82001"/>
                    </a:cubicBezTo>
                    <a:cubicBezTo>
                      <a:pt x="88463" y="91396"/>
                      <a:pt x="88526" y="104001"/>
                      <a:pt x="84376" y="113469"/>
                    </a:cubicBezTo>
                    <a:close/>
                  </a:path>
                </a:pathLst>
              </a:custGeom>
              <a:grpFill/>
              <a:ln w="11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" name="Freeform 33">
                <a:extLst>
                  <a:ext uri="{FF2B5EF4-FFF2-40B4-BE49-F238E27FC236}">
                    <a16:creationId xmlns:a16="http://schemas.microsoft.com/office/drawing/2014/main" id="{E58B3D36-E8B4-2820-CBDE-EF0748AA0FAD}"/>
                  </a:ext>
                </a:extLst>
              </p:cNvPr>
              <p:cNvSpPr/>
              <p:nvPr/>
            </p:nvSpPr>
            <p:spPr>
              <a:xfrm>
                <a:off x="12001158" y="6512828"/>
                <a:ext cx="31660" cy="156294"/>
              </a:xfrm>
              <a:custGeom>
                <a:avLst/>
                <a:gdLst>
                  <a:gd name="connsiteX0" fmla="*/ 0 w 31660"/>
                  <a:gd name="connsiteY0" fmla="*/ 0 h 156294"/>
                  <a:gd name="connsiteX1" fmla="*/ 0 w 31660"/>
                  <a:gd name="connsiteY1" fmla="*/ 156295 h 156294"/>
                  <a:gd name="connsiteX2" fmla="*/ 31660 w 31660"/>
                  <a:gd name="connsiteY2" fmla="*/ 156295 h 156294"/>
                  <a:gd name="connsiteX3" fmla="*/ 31660 w 31660"/>
                  <a:gd name="connsiteY3" fmla="*/ 0 h 156294"/>
                  <a:gd name="connsiteX4" fmla="*/ 0 w 31660"/>
                  <a:gd name="connsiteY4" fmla="*/ 0 h 156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660" h="156294">
                    <a:moveTo>
                      <a:pt x="0" y="0"/>
                    </a:moveTo>
                    <a:lnTo>
                      <a:pt x="0" y="156295"/>
                    </a:lnTo>
                    <a:lnTo>
                      <a:pt x="31660" y="156295"/>
                    </a:lnTo>
                    <a:lnTo>
                      <a:pt x="31660" y="0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11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" name="Freeform 34">
                <a:extLst>
                  <a:ext uri="{FF2B5EF4-FFF2-40B4-BE49-F238E27FC236}">
                    <a16:creationId xmlns:a16="http://schemas.microsoft.com/office/drawing/2014/main" id="{155DC1B1-E6A3-ECA4-380A-7455C3255755}"/>
                  </a:ext>
                </a:extLst>
              </p:cNvPr>
              <p:cNvSpPr/>
              <p:nvPr/>
            </p:nvSpPr>
            <p:spPr>
              <a:xfrm>
                <a:off x="11833032" y="6512810"/>
                <a:ext cx="157013" cy="156313"/>
              </a:xfrm>
              <a:custGeom>
                <a:avLst/>
                <a:gdLst>
                  <a:gd name="connsiteX0" fmla="*/ 122906 w 157013"/>
                  <a:gd name="connsiteY0" fmla="*/ 156313 h 156313"/>
                  <a:gd name="connsiteX1" fmla="*/ 157013 w 157013"/>
                  <a:gd name="connsiteY1" fmla="*/ 156313 h 156313"/>
                  <a:gd name="connsiteX2" fmla="*/ 96550 w 157013"/>
                  <a:gd name="connsiteY2" fmla="*/ 0 h 156313"/>
                  <a:gd name="connsiteX3" fmla="*/ 61135 w 157013"/>
                  <a:gd name="connsiteY3" fmla="*/ 0 h 156313"/>
                  <a:gd name="connsiteX4" fmla="*/ 0 w 157013"/>
                  <a:gd name="connsiteY4" fmla="*/ 156313 h 156313"/>
                  <a:gd name="connsiteX5" fmla="*/ 34107 w 157013"/>
                  <a:gd name="connsiteY5" fmla="*/ 156313 h 156313"/>
                  <a:gd name="connsiteX6" fmla="*/ 45591 w 157013"/>
                  <a:gd name="connsiteY6" fmla="*/ 124725 h 156313"/>
                  <a:gd name="connsiteX7" fmla="*/ 111458 w 157013"/>
                  <a:gd name="connsiteY7" fmla="*/ 124703 h 156313"/>
                  <a:gd name="connsiteX8" fmla="*/ 122906 w 157013"/>
                  <a:gd name="connsiteY8" fmla="*/ 156313 h 156313"/>
                  <a:gd name="connsiteX9" fmla="*/ 55304 w 157013"/>
                  <a:gd name="connsiteY9" fmla="*/ 97651 h 156313"/>
                  <a:gd name="connsiteX10" fmla="*/ 55308 w 157013"/>
                  <a:gd name="connsiteY10" fmla="*/ 97642 h 156313"/>
                  <a:gd name="connsiteX11" fmla="*/ 78843 w 157013"/>
                  <a:gd name="connsiteY11" fmla="*/ 33572 h 156313"/>
                  <a:gd name="connsiteX12" fmla="*/ 101932 w 157013"/>
                  <a:gd name="connsiteY12" fmla="*/ 97611 h 156313"/>
                  <a:gd name="connsiteX13" fmla="*/ 55304 w 157013"/>
                  <a:gd name="connsiteY13" fmla="*/ 97651 h 1563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57013" h="156313">
                    <a:moveTo>
                      <a:pt x="122906" y="156313"/>
                    </a:moveTo>
                    <a:lnTo>
                      <a:pt x="157013" y="156313"/>
                    </a:lnTo>
                    <a:lnTo>
                      <a:pt x="96550" y="0"/>
                    </a:lnTo>
                    <a:lnTo>
                      <a:pt x="61135" y="0"/>
                    </a:lnTo>
                    <a:lnTo>
                      <a:pt x="0" y="156313"/>
                    </a:lnTo>
                    <a:lnTo>
                      <a:pt x="34107" y="156313"/>
                    </a:lnTo>
                    <a:lnTo>
                      <a:pt x="45591" y="124725"/>
                    </a:lnTo>
                    <a:cubicBezTo>
                      <a:pt x="66956" y="129855"/>
                      <a:pt x="90088" y="129864"/>
                      <a:pt x="111458" y="124703"/>
                    </a:cubicBezTo>
                    <a:lnTo>
                      <a:pt x="122906" y="156313"/>
                    </a:lnTo>
                    <a:close/>
                    <a:moveTo>
                      <a:pt x="55304" y="97651"/>
                    </a:moveTo>
                    <a:cubicBezTo>
                      <a:pt x="55302" y="97651"/>
                      <a:pt x="55308" y="97642"/>
                      <a:pt x="55308" y="97642"/>
                    </a:cubicBezTo>
                    <a:lnTo>
                      <a:pt x="78843" y="33572"/>
                    </a:lnTo>
                    <a:cubicBezTo>
                      <a:pt x="78843" y="33572"/>
                      <a:pt x="101932" y="97610"/>
                      <a:pt x="101932" y="97611"/>
                    </a:cubicBezTo>
                    <a:cubicBezTo>
                      <a:pt x="84844" y="100542"/>
                      <a:pt x="74660" y="100907"/>
                      <a:pt x="55304" y="97651"/>
                    </a:cubicBezTo>
                    <a:close/>
                  </a:path>
                </a:pathLst>
              </a:custGeom>
              <a:grpFill/>
              <a:ln w="11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grpSp>
            <p:nvGrpSpPr>
              <p:cNvPr id="36" name="Graphic 4">
                <a:extLst>
                  <a:ext uri="{FF2B5EF4-FFF2-40B4-BE49-F238E27FC236}">
                    <a16:creationId xmlns:a16="http://schemas.microsoft.com/office/drawing/2014/main" id="{BC511E2D-5E38-E37A-36F2-629D6567D5C2}"/>
                  </a:ext>
                </a:extLst>
              </p:cNvPr>
              <p:cNvGrpSpPr/>
              <p:nvPr/>
            </p:nvGrpSpPr>
            <p:grpSpPr>
              <a:xfrm>
                <a:off x="12052460" y="6512828"/>
                <a:ext cx="36540" cy="18674"/>
                <a:chOff x="12052460" y="6512828"/>
                <a:chExt cx="36540" cy="18674"/>
              </a:xfrm>
              <a:grpFill/>
            </p:grpSpPr>
            <p:sp>
              <p:nvSpPr>
                <p:cNvPr id="37" name="Freeform 36">
                  <a:extLst>
                    <a:ext uri="{FF2B5EF4-FFF2-40B4-BE49-F238E27FC236}">
                      <a16:creationId xmlns:a16="http://schemas.microsoft.com/office/drawing/2014/main" id="{A439AB04-1E7D-2BD1-DED7-C1F475541B28}"/>
                    </a:ext>
                  </a:extLst>
                </p:cNvPr>
                <p:cNvSpPr/>
                <p:nvPr/>
              </p:nvSpPr>
              <p:spPr>
                <a:xfrm>
                  <a:off x="12052460" y="6512828"/>
                  <a:ext cx="14745" cy="18674"/>
                </a:xfrm>
                <a:custGeom>
                  <a:avLst/>
                  <a:gdLst>
                    <a:gd name="connsiteX0" fmla="*/ 6317 w 14745"/>
                    <a:gd name="connsiteY0" fmla="*/ 1947 h 18674"/>
                    <a:gd name="connsiteX1" fmla="*/ 0 w 14745"/>
                    <a:gd name="connsiteY1" fmla="*/ 1947 h 18674"/>
                    <a:gd name="connsiteX2" fmla="*/ 0 w 14745"/>
                    <a:gd name="connsiteY2" fmla="*/ 0 h 18674"/>
                    <a:gd name="connsiteX3" fmla="*/ 14746 w 14745"/>
                    <a:gd name="connsiteY3" fmla="*/ 0 h 18674"/>
                    <a:gd name="connsiteX4" fmla="*/ 14746 w 14745"/>
                    <a:gd name="connsiteY4" fmla="*/ 1947 h 18674"/>
                    <a:gd name="connsiteX5" fmla="*/ 8431 w 14745"/>
                    <a:gd name="connsiteY5" fmla="*/ 1947 h 18674"/>
                    <a:gd name="connsiteX6" fmla="*/ 8431 w 14745"/>
                    <a:gd name="connsiteY6" fmla="*/ 18674 h 18674"/>
                    <a:gd name="connsiteX7" fmla="*/ 6317 w 14745"/>
                    <a:gd name="connsiteY7" fmla="*/ 18674 h 18674"/>
                    <a:gd name="connsiteX8" fmla="*/ 6317 w 14745"/>
                    <a:gd name="connsiteY8" fmla="*/ 1947 h 186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4745" h="18674">
                      <a:moveTo>
                        <a:pt x="6317" y="1947"/>
                      </a:moveTo>
                      <a:lnTo>
                        <a:pt x="0" y="1947"/>
                      </a:lnTo>
                      <a:lnTo>
                        <a:pt x="0" y="0"/>
                      </a:lnTo>
                      <a:lnTo>
                        <a:pt x="14746" y="0"/>
                      </a:lnTo>
                      <a:lnTo>
                        <a:pt x="14746" y="1947"/>
                      </a:lnTo>
                      <a:lnTo>
                        <a:pt x="8431" y="1947"/>
                      </a:lnTo>
                      <a:lnTo>
                        <a:pt x="8431" y="18674"/>
                      </a:lnTo>
                      <a:lnTo>
                        <a:pt x="6317" y="18674"/>
                      </a:lnTo>
                      <a:lnTo>
                        <a:pt x="6317" y="1947"/>
                      </a:lnTo>
                      <a:close/>
                    </a:path>
                  </a:pathLst>
                </a:custGeom>
                <a:grpFill/>
                <a:ln w="11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38" name="Freeform 37">
                  <a:extLst>
                    <a:ext uri="{FF2B5EF4-FFF2-40B4-BE49-F238E27FC236}">
                      <a16:creationId xmlns:a16="http://schemas.microsoft.com/office/drawing/2014/main" id="{C04C0D29-A759-F993-4646-838B24C5B719}"/>
                    </a:ext>
                  </a:extLst>
                </p:cNvPr>
                <p:cNvSpPr/>
                <p:nvPr/>
              </p:nvSpPr>
              <p:spPr>
                <a:xfrm>
                  <a:off x="12071070" y="6512828"/>
                  <a:ext cx="17930" cy="18674"/>
                </a:xfrm>
                <a:custGeom>
                  <a:avLst/>
                  <a:gdLst>
                    <a:gd name="connsiteX0" fmla="*/ 0 w 17930"/>
                    <a:gd name="connsiteY0" fmla="*/ 0 h 18674"/>
                    <a:gd name="connsiteX1" fmla="*/ 2140 w 17930"/>
                    <a:gd name="connsiteY1" fmla="*/ 0 h 18674"/>
                    <a:gd name="connsiteX2" fmla="*/ 8965 w 17930"/>
                    <a:gd name="connsiteY2" fmla="*/ 10190 h 18674"/>
                    <a:gd name="connsiteX3" fmla="*/ 15789 w 17930"/>
                    <a:gd name="connsiteY3" fmla="*/ 0 h 18674"/>
                    <a:gd name="connsiteX4" fmla="*/ 17931 w 17930"/>
                    <a:gd name="connsiteY4" fmla="*/ 0 h 18674"/>
                    <a:gd name="connsiteX5" fmla="*/ 17931 w 17930"/>
                    <a:gd name="connsiteY5" fmla="*/ 18674 h 18674"/>
                    <a:gd name="connsiteX6" fmla="*/ 15817 w 17930"/>
                    <a:gd name="connsiteY6" fmla="*/ 18674 h 18674"/>
                    <a:gd name="connsiteX7" fmla="*/ 15817 w 17930"/>
                    <a:gd name="connsiteY7" fmla="*/ 3548 h 18674"/>
                    <a:gd name="connsiteX8" fmla="*/ 8991 w 17930"/>
                    <a:gd name="connsiteY8" fmla="*/ 13552 h 18674"/>
                    <a:gd name="connsiteX9" fmla="*/ 8885 w 17930"/>
                    <a:gd name="connsiteY9" fmla="*/ 13552 h 18674"/>
                    <a:gd name="connsiteX10" fmla="*/ 2059 w 17930"/>
                    <a:gd name="connsiteY10" fmla="*/ 3575 h 18674"/>
                    <a:gd name="connsiteX11" fmla="*/ 2059 w 17930"/>
                    <a:gd name="connsiteY11" fmla="*/ 18674 h 18674"/>
                    <a:gd name="connsiteX12" fmla="*/ 0 w 17930"/>
                    <a:gd name="connsiteY12" fmla="*/ 18674 h 18674"/>
                    <a:gd name="connsiteX13" fmla="*/ 0 w 17930"/>
                    <a:gd name="connsiteY13" fmla="*/ 0 h 186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17930" h="18674">
                      <a:moveTo>
                        <a:pt x="0" y="0"/>
                      </a:moveTo>
                      <a:lnTo>
                        <a:pt x="2140" y="0"/>
                      </a:lnTo>
                      <a:lnTo>
                        <a:pt x="8965" y="10190"/>
                      </a:lnTo>
                      <a:lnTo>
                        <a:pt x="15789" y="0"/>
                      </a:lnTo>
                      <a:lnTo>
                        <a:pt x="17931" y="0"/>
                      </a:lnTo>
                      <a:lnTo>
                        <a:pt x="17931" y="18674"/>
                      </a:lnTo>
                      <a:lnTo>
                        <a:pt x="15817" y="18674"/>
                      </a:lnTo>
                      <a:lnTo>
                        <a:pt x="15817" y="3548"/>
                      </a:lnTo>
                      <a:lnTo>
                        <a:pt x="8991" y="13552"/>
                      </a:lnTo>
                      <a:lnTo>
                        <a:pt x="8885" y="13552"/>
                      </a:lnTo>
                      <a:lnTo>
                        <a:pt x="2059" y="3575"/>
                      </a:lnTo>
                      <a:lnTo>
                        <a:pt x="2059" y="18674"/>
                      </a:lnTo>
                      <a:lnTo>
                        <a:pt x="0" y="1867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119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23" name="Graphic 4">
              <a:extLst>
                <a:ext uri="{FF2B5EF4-FFF2-40B4-BE49-F238E27FC236}">
                  <a16:creationId xmlns:a16="http://schemas.microsoft.com/office/drawing/2014/main" id="{717A7174-03A3-45E8-4201-337EC5D1AD57}"/>
                </a:ext>
              </a:extLst>
            </p:cNvPr>
            <p:cNvGrpSpPr/>
            <p:nvPr/>
          </p:nvGrpSpPr>
          <p:grpSpPr>
            <a:xfrm>
              <a:off x="10975691" y="6479438"/>
              <a:ext cx="255416" cy="223783"/>
              <a:chOff x="10975691" y="6479438"/>
              <a:chExt cx="255416" cy="223783"/>
            </a:xfrm>
            <a:grpFill/>
          </p:grpSpPr>
          <p:sp>
            <p:nvSpPr>
              <p:cNvPr id="24" name="Freeform 23">
                <a:extLst>
                  <a:ext uri="{FF2B5EF4-FFF2-40B4-BE49-F238E27FC236}">
                    <a16:creationId xmlns:a16="http://schemas.microsoft.com/office/drawing/2014/main" id="{44FFA3E3-3AA3-8D18-EB08-598E0A36D7C2}"/>
                  </a:ext>
                </a:extLst>
              </p:cNvPr>
              <p:cNvSpPr/>
              <p:nvPr/>
            </p:nvSpPr>
            <p:spPr>
              <a:xfrm>
                <a:off x="10994266" y="6483988"/>
                <a:ext cx="120474" cy="120191"/>
              </a:xfrm>
              <a:custGeom>
                <a:avLst/>
                <a:gdLst>
                  <a:gd name="connsiteX0" fmla="*/ 37299 w 120474"/>
                  <a:gd name="connsiteY0" fmla="*/ 82674 h 120191"/>
                  <a:gd name="connsiteX1" fmla="*/ 60237 w 120474"/>
                  <a:gd name="connsiteY1" fmla="*/ 120191 h 120191"/>
                  <a:gd name="connsiteX2" fmla="*/ 120475 w 120474"/>
                  <a:gd name="connsiteY2" fmla="*/ 60120 h 120191"/>
                  <a:gd name="connsiteX3" fmla="*/ 60239 w 120474"/>
                  <a:gd name="connsiteY3" fmla="*/ 0 h 120191"/>
                  <a:gd name="connsiteX4" fmla="*/ 0 w 120474"/>
                  <a:gd name="connsiteY4" fmla="*/ 60086 h 120191"/>
                  <a:gd name="connsiteX5" fmla="*/ 37299 w 120474"/>
                  <a:gd name="connsiteY5" fmla="*/ 82674 h 1201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20474" h="120191">
                    <a:moveTo>
                      <a:pt x="37299" y="82674"/>
                    </a:moveTo>
                    <a:cubicBezTo>
                      <a:pt x="47722" y="93257"/>
                      <a:pt x="57877" y="106359"/>
                      <a:pt x="60237" y="120191"/>
                    </a:cubicBezTo>
                    <a:cubicBezTo>
                      <a:pt x="64486" y="96482"/>
                      <a:pt x="96545" y="64208"/>
                      <a:pt x="120475" y="60120"/>
                    </a:cubicBezTo>
                    <a:cubicBezTo>
                      <a:pt x="96701" y="56287"/>
                      <a:pt x="64015" y="23749"/>
                      <a:pt x="60239" y="0"/>
                    </a:cubicBezTo>
                    <a:cubicBezTo>
                      <a:pt x="55959" y="23433"/>
                      <a:pt x="23676" y="55996"/>
                      <a:pt x="0" y="60086"/>
                    </a:cubicBezTo>
                    <a:cubicBezTo>
                      <a:pt x="13798" y="62453"/>
                      <a:pt x="26705" y="72376"/>
                      <a:pt x="37299" y="82674"/>
                    </a:cubicBezTo>
                    <a:close/>
                  </a:path>
                </a:pathLst>
              </a:custGeom>
              <a:grpFill/>
              <a:ln w="11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" name="Freeform 24">
                <a:extLst>
                  <a:ext uri="{FF2B5EF4-FFF2-40B4-BE49-F238E27FC236}">
                    <a16:creationId xmlns:a16="http://schemas.microsoft.com/office/drawing/2014/main" id="{4D6ED026-5EC5-9840-4B97-CA8CC53DFADE}"/>
                  </a:ext>
                </a:extLst>
              </p:cNvPr>
              <p:cNvSpPr/>
              <p:nvPr/>
            </p:nvSpPr>
            <p:spPr>
              <a:xfrm>
                <a:off x="10975691" y="6479438"/>
                <a:ext cx="255416" cy="223783"/>
              </a:xfrm>
              <a:custGeom>
                <a:avLst/>
                <a:gdLst>
                  <a:gd name="connsiteX0" fmla="*/ 245650 w 255416"/>
                  <a:gd name="connsiteY0" fmla="*/ 19353 h 223783"/>
                  <a:gd name="connsiteX1" fmla="*/ 139990 w 255416"/>
                  <a:gd name="connsiteY1" fmla="*/ 13335 h 223783"/>
                  <a:gd name="connsiteX2" fmla="*/ 220634 w 255416"/>
                  <a:gd name="connsiteY2" fmla="*/ 85200 h 223783"/>
                  <a:gd name="connsiteX3" fmla="*/ 141886 w 255416"/>
                  <a:gd name="connsiteY3" fmla="*/ 169981 h 223783"/>
                  <a:gd name="connsiteX4" fmla="*/ 87161 w 255416"/>
                  <a:gd name="connsiteY4" fmla="*/ 192768 h 223783"/>
                  <a:gd name="connsiteX5" fmla="*/ 46365 w 255416"/>
                  <a:gd name="connsiteY5" fmla="*/ 150191 h 223783"/>
                  <a:gd name="connsiteX6" fmla="*/ 55369 w 255416"/>
                  <a:gd name="connsiteY6" fmla="*/ 127445 h 223783"/>
                  <a:gd name="connsiteX7" fmla="*/ 23758 w 255416"/>
                  <a:gd name="connsiteY7" fmla="*/ 95904 h 223783"/>
                  <a:gd name="connsiteX8" fmla="*/ 5976 w 255416"/>
                  <a:gd name="connsiteY8" fmla="*/ 131553 h 223783"/>
                  <a:gd name="connsiteX9" fmla="*/ 39096 w 255416"/>
                  <a:gd name="connsiteY9" fmla="*/ 221955 h 223783"/>
                  <a:gd name="connsiteX10" fmla="*/ 245765 w 255416"/>
                  <a:gd name="connsiteY10" fmla="*/ 90551 h 223783"/>
                  <a:gd name="connsiteX11" fmla="*/ 245650 w 255416"/>
                  <a:gd name="connsiteY11" fmla="*/ 19353 h 2237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55416" h="223783">
                    <a:moveTo>
                      <a:pt x="245650" y="19353"/>
                    </a:moveTo>
                    <a:cubicBezTo>
                      <a:pt x="221049" y="-9889"/>
                      <a:pt x="175315" y="-958"/>
                      <a:pt x="139990" y="13335"/>
                    </a:cubicBezTo>
                    <a:cubicBezTo>
                      <a:pt x="196051" y="-4292"/>
                      <a:pt x="247460" y="18902"/>
                      <a:pt x="220634" y="85200"/>
                    </a:cubicBezTo>
                    <a:cubicBezTo>
                      <a:pt x="207345" y="117795"/>
                      <a:pt x="173919" y="151135"/>
                      <a:pt x="141886" y="169981"/>
                    </a:cubicBezTo>
                    <a:cubicBezTo>
                      <a:pt x="124971" y="180861"/>
                      <a:pt x="106878" y="190025"/>
                      <a:pt x="87161" y="192768"/>
                    </a:cubicBezTo>
                    <a:cubicBezTo>
                      <a:pt x="56828" y="196910"/>
                      <a:pt x="38649" y="181328"/>
                      <a:pt x="46365" y="150191"/>
                    </a:cubicBezTo>
                    <a:cubicBezTo>
                      <a:pt x="48310" y="142588"/>
                      <a:pt x="51852" y="134913"/>
                      <a:pt x="55369" y="127445"/>
                    </a:cubicBezTo>
                    <a:cubicBezTo>
                      <a:pt x="49580" y="113775"/>
                      <a:pt x="37124" y="99789"/>
                      <a:pt x="23758" y="95904"/>
                    </a:cubicBezTo>
                    <a:cubicBezTo>
                      <a:pt x="16552" y="106690"/>
                      <a:pt x="11310" y="116455"/>
                      <a:pt x="5976" y="131553"/>
                    </a:cubicBezTo>
                    <a:cubicBezTo>
                      <a:pt x="-6096" y="164000"/>
                      <a:pt x="-2153" y="211646"/>
                      <a:pt x="39096" y="221955"/>
                    </a:cubicBezTo>
                    <a:cubicBezTo>
                      <a:pt x="114584" y="236920"/>
                      <a:pt x="216700" y="157083"/>
                      <a:pt x="245765" y="90551"/>
                    </a:cubicBezTo>
                    <a:cubicBezTo>
                      <a:pt x="258205" y="62512"/>
                      <a:pt x="259095" y="36594"/>
                      <a:pt x="245650" y="19353"/>
                    </a:cubicBezTo>
                    <a:close/>
                  </a:path>
                </a:pathLst>
              </a:custGeom>
              <a:grpFill/>
              <a:ln w="11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9185527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3107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526499A-1E3D-011E-DBBF-82A2B65CC9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EF382D-D843-2DB0-9A25-C7A4369727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B5BACA-707B-14CB-2396-8046FEB39E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03FDE3-52CA-6C45-B6FE-A23519BDFD7D}" type="datetimeFigureOut">
              <a:rPr lang="en-US" smtClean="0"/>
              <a:t>6/17/26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4A6DB7-AA4A-20E6-EDBD-D52DC69537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3EAC74-97B5-6301-006A-B32EC8D284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408AC0-3055-D445-9B78-A08EEFDB46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7299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553E5-2046-E01C-E216-C01A200A46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5999" y="2764949"/>
            <a:ext cx="5518627" cy="1247931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FFFFFF"/>
                </a:solidFill>
              </a:rPr>
              <a:t>John H. Carter Co., Inc.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BB6E75-66EB-116F-E69C-E0869CF4D2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0" y="2200358"/>
            <a:ext cx="5518627" cy="276999"/>
          </a:xfrm>
        </p:spPr>
        <p:txBody>
          <a:bodyPr/>
          <a:lstStyle/>
          <a:p>
            <a:r>
              <a:rPr lang="en-US" dirty="0">
                <a:solidFill>
                  <a:srgbClr val="FFFFFF"/>
                </a:solidFill>
              </a:rPr>
              <a:t>TrendAI Vision One™ Value Report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8E47B6-DC29-1C5C-5968-669FE71B482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0" y="4689420"/>
            <a:ext cx="5518627" cy="763640"/>
          </a:xfrm>
        </p:spPr>
        <p:txBody>
          <a:bodyPr/>
          <a:lstStyle/>
          <a:p>
            <a:r>
              <a:rPr lang="en-US" dirty="0">
                <a:solidFill>
                  <a:srgbClr val="FFFFFF"/>
                </a:solidFill>
              </a:rPr>
              <a:t>Presented by:  [ Name 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9048" y="4069080"/>
            <a:ext cx="5522976" cy="411480"/>
          </a:xfrm>
          <a:prstGeom prst="rect">
            <a:avLst/>
          </a:prstGeom>
          <a:noFill/>
        </p:spPr>
        <p:txBody>
          <a:bodyPr wrap="square" lIns="18288" tIns="0" bIns="0" anchor="ctr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Arial"/>
              </a:rPr>
              <a:t>June 2026</a:t>
            </a:r>
          </a:p>
        </p:txBody>
      </p:sp>
    </p:spTree>
    <p:extLst>
      <p:ext uri="{BB962C8B-B14F-4D97-AF65-F5344CB8AC3E}">
        <p14:creationId xmlns:p14="http://schemas.microsoft.com/office/powerpoint/2010/main" val="4807554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1441</Words>
  <Application>Microsoft Macintosh PowerPoint</Application>
  <PresentationFormat>Widescreen</PresentationFormat>
  <Paragraphs>309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John H. Carter Co., Inc.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Deborah Larkins (TS-NA)</dc:creator>
  <cp:lastModifiedBy>Deborah Larkins (TS-NA)</cp:lastModifiedBy>
  <cp:revision>3</cp:revision>
  <dcterms:created xsi:type="dcterms:W3CDTF">2026-06-16T17:49:28Z</dcterms:created>
  <dcterms:modified xsi:type="dcterms:W3CDTF">2026-06-17T18:16:31Z</dcterms:modified>
</cp:coreProperties>
</file>